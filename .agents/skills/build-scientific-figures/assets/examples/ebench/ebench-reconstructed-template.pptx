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842ce7b5c94228" /><Relationship Type="http://schemas.openxmlformats.org/officeDocument/2006/relationships/extended-properties" Target="/docProps/app.xml" Id="R16281a6cd7d14ea3" /><Relationship Type="http://schemas.openxmlformats.org/officeDocument/2006/relationships/officeDocument" Target="/ppt/presentation.xml" Id="R97f67be073d1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d658320ced448b"/>
  </p:sldMasterIdLst>
  <p:notesMasterIdLst>
    <p:notesMasterId xmlns:r="http://schemas.openxmlformats.org/officeDocument/2006/relationships" r:id="R8a71489437f64fb2"/>
  </p:notesMasterIdLst>
  <p:sldIdLst>
    <p:sldId xmlns:r="http://schemas.openxmlformats.org/officeDocument/2006/relationships" id="256" r:id="Rd91c15b0828e4a6f"/>
  </p:sldIdLst>
  <p:sldSz cx="18430875" cy="73247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0a5e1a1d73433e" /><Relationship Type="http://schemas.openxmlformats.org/officeDocument/2006/relationships/slideMaster" Target="/ppt/slideMasters/slideMaster1.xml" Id="R82d658320ced448b" /><Relationship Type="http://schemas.openxmlformats.org/officeDocument/2006/relationships/notesMaster" Target="/ppt/notesMasters/notesMaster1.xml" Id="R8a71489437f64fb2" /><Relationship Type="http://schemas.openxmlformats.org/officeDocument/2006/relationships/presProps" Target="/ppt/presProps.xml" Id="R568feb26cbe143ca" /><Relationship Type="http://schemas.openxmlformats.org/officeDocument/2006/relationships/tableStyles" Target="/ppt/tableStyles.xml" Id="R80386bf18ccc4335" /><Relationship Type="http://schemas.openxmlformats.org/officeDocument/2006/relationships/slide" Target="/ppt/slides/slide1.xml" Id="Rd91c15b0828e4a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d1e853b8974f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9298d1644c4863" /><Relationship Type="http://schemas.openxmlformats.org/officeDocument/2006/relationships/notesMaster" Target="/ppt/notesMasters/notesMaster1.xml" Id="R89dc55688a5a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97513be8d4a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3b6e18bff8433f" /><Relationship Type="http://schemas.openxmlformats.org/officeDocument/2006/relationships/slideLayout" Target="/ppt/slideLayouts/slideLayout1.xml" Id="R08999a8679744f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999a8679744f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2fcebc1194119" /><Relationship Type="http://schemas.openxmlformats.org/officeDocument/2006/relationships/image" Target="/ppt/media/image.png" Id="R859a385e75ce419e" /><Relationship Type="http://schemas.openxmlformats.org/officeDocument/2006/relationships/image" Target="/ppt/media/image.svg" Id="R4062eed72a1a4eaa" /><Relationship Type="http://schemas.openxmlformats.org/officeDocument/2006/relationships/image" Target="/ppt/media/image2.png" Id="R29caea27a76a4354" /><Relationship Type="http://schemas.openxmlformats.org/officeDocument/2006/relationships/image" Target="/ppt/media/image2.svg" Id="R7dbbffa4d6114f7e" /><Relationship Type="http://schemas.openxmlformats.org/officeDocument/2006/relationships/image" Target="/ppt/media/image3.png" Id="R925685feb7134128" /><Relationship Type="http://schemas.openxmlformats.org/officeDocument/2006/relationships/image" Target="/ppt/media/image3.svg" Id="Rc88378e9e4fb47af" /><Relationship Type="http://schemas.openxmlformats.org/officeDocument/2006/relationships/image" Target="/ppt/media/image4.png" Id="Rdf01a51e88a040b5" /><Relationship Type="http://schemas.openxmlformats.org/officeDocument/2006/relationships/image" Target="/ppt/media/image4.svg" Id="Rba7e7b14affd434e" /><Relationship Type="http://schemas.openxmlformats.org/officeDocument/2006/relationships/image" Target="/ppt/media/image5.png" Id="Rbc4fcb4cd6624459" /><Relationship Type="http://schemas.openxmlformats.org/officeDocument/2006/relationships/image" Target="/ppt/media/image5.svg" Id="Rbd9238b4cc154478" /><Relationship Type="http://schemas.openxmlformats.org/officeDocument/2006/relationships/image" Target="/ppt/media/image6.png" Id="R5d44d2a6b471417b" /><Relationship Type="http://schemas.openxmlformats.org/officeDocument/2006/relationships/image" Target="/ppt/media/image6.svg" Id="R04ff2b2fefa0484f" /><Relationship Type="http://schemas.openxmlformats.org/officeDocument/2006/relationships/image" Target="/ppt/media/image7.png" Id="R488c15c4756540b2" /><Relationship Type="http://schemas.openxmlformats.org/officeDocument/2006/relationships/image" Target="/ppt/media/image7.svg" Id="R7a77d3babc0e40b6" /><Relationship Type="http://schemas.openxmlformats.org/officeDocument/2006/relationships/image" Target="/ppt/media/image8.png" Id="R515f5336a6af4c4e" /><Relationship Type="http://schemas.openxmlformats.org/officeDocument/2006/relationships/image" Target="/ppt/media/image8.svg" Id="R921ccb4fef944574" /><Relationship Type="http://schemas.openxmlformats.org/officeDocument/2006/relationships/image" Target="/ppt/media/image9.png" Id="R4b8c2067fcc44ece" /><Relationship Type="http://schemas.openxmlformats.org/officeDocument/2006/relationships/image" Target="/ppt/media/image9.svg" Id="R9ea33737702d4653" /><Relationship Type="http://schemas.openxmlformats.org/officeDocument/2006/relationships/image" Target="/ppt/media/image10.png" Id="Rca03e83ca0cf4f88" /><Relationship Type="http://schemas.openxmlformats.org/officeDocument/2006/relationships/image" Target="/ppt/media/image10.svg" Id="R3e79558c56e94f0b" /><Relationship Type="http://schemas.openxmlformats.org/officeDocument/2006/relationships/image" Target="/ppt/media/image11.png" Id="R4b043a1754224f0d" /><Relationship Type="http://schemas.openxmlformats.org/officeDocument/2006/relationships/image" Target="/ppt/media/image11.svg" Id="R60d604b4d9fd492a" /><Relationship Type="http://schemas.openxmlformats.org/officeDocument/2006/relationships/image" Target="/ppt/media/image12.png" Id="Re7279ac7a47246b6" /><Relationship Type="http://schemas.openxmlformats.org/officeDocument/2006/relationships/image" Target="/ppt/media/image12.svg" Id="R35a511698748468a" /><Relationship Type="http://schemas.openxmlformats.org/officeDocument/2006/relationships/image" Target="/ppt/media/image13.png" Id="Re2fc21163a9a4c78" /><Relationship Type="http://schemas.openxmlformats.org/officeDocument/2006/relationships/image" Target="/ppt/media/image13.svg" Id="Rfe4111c411b44a09" /><Relationship Type="http://schemas.openxmlformats.org/officeDocument/2006/relationships/image" Target="/ppt/media/image14.png" Id="Reea91eaf037340b2" /><Relationship Type="http://schemas.openxmlformats.org/officeDocument/2006/relationships/image" Target="/ppt/media/image14.svg" Id="R8d2c0b962a49471a" /><Relationship Type="http://schemas.openxmlformats.org/officeDocument/2006/relationships/image" Target="/ppt/media/image15.png" Id="R1cf24500715646b0" /><Relationship Type="http://schemas.openxmlformats.org/officeDocument/2006/relationships/image" Target="/ppt/media/image15.svg" Id="R13ceb9e7f41d4703" /><Relationship Type="http://schemas.openxmlformats.org/officeDocument/2006/relationships/image" Target="/ppt/media/image16.png" Id="R1449ae2ee8a14a16" /><Relationship Type="http://schemas.openxmlformats.org/officeDocument/2006/relationships/image" Target="/ppt/media/image16.svg" Id="R676323cae86a4dfb" /><Relationship Type="http://schemas.openxmlformats.org/officeDocument/2006/relationships/image" Target="/ppt/media/image17.png" Id="R6b63ad2181064833" /><Relationship Type="http://schemas.openxmlformats.org/officeDocument/2006/relationships/image" Target="/ppt/media/image17.svg" Id="R55b63f68e5da4c27" /><Relationship Type="http://schemas.openxmlformats.org/officeDocument/2006/relationships/image" Target="/ppt/media/image18.png" Id="R9ef7c68290bb4c5c" /><Relationship Type="http://schemas.openxmlformats.org/officeDocument/2006/relationships/image" Target="/ppt/media/image18.svg" Id="R1466211cc54e4334" /><Relationship Type="http://schemas.openxmlformats.org/officeDocument/2006/relationships/image" Target="/ppt/media/image19.png" Id="R37170a1a52c74491" /><Relationship Type="http://schemas.openxmlformats.org/officeDocument/2006/relationships/image" Target="/ppt/media/image19.svg" Id="R941ede8f875148c6" /><Relationship Type="http://schemas.openxmlformats.org/officeDocument/2006/relationships/image" Target="/ppt/media/image20.png" Id="R68e9725b65774118" /><Relationship Type="http://schemas.openxmlformats.org/officeDocument/2006/relationships/image" Target="/ppt/media/image20.svg" Id="R15654f6c7ad34048" /><Relationship Type="http://schemas.openxmlformats.org/officeDocument/2006/relationships/image" Target="/ppt/media/image21.png" Id="R576368c71cfe46a4" /><Relationship Type="http://schemas.openxmlformats.org/officeDocument/2006/relationships/image" Target="/ppt/media/image21.svg" Id="R6ffac61ebbe34fd8" /><Relationship Type="http://schemas.openxmlformats.org/officeDocument/2006/relationships/image" Target="/ppt/media/image22.png" Id="R252f5aa0a7104a6b" /><Relationship Type="http://schemas.openxmlformats.org/officeDocument/2006/relationships/image" Target="/ppt/media/image22.svg" Id="R90a8b87ff9d54b29" /><Relationship Type="http://schemas.openxmlformats.org/officeDocument/2006/relationships/image" Target="/ppt/media/image23.png" Id="R7f5b10316b4742cc" /><Relationship Type="http://schemas.openxmlformats.org/officeDocument/2006/relationships/image" Target="/ppt/media/image23.svg" Id="R18e7039ee99f42a1" /><Relationship Type="http://schemas.openxmlformats.org/officeDocument/2006/relationships/image" Target="/ppt/media/image24.png" Id="R48e02f5b4dee4c45" /><Relationship Type="http://schemas.openxmlformats.org/officeDocument/2006/relationships/image" Target="/ppt/media/image24.svg" Id="R64c4f14876d14566" /><Relationship Type="http://schemas.openxmlformats.org/officeDocument/2006/relationships/image" Target="/ppt/media/image25.png" Id="Rad82063e24a942fa" /><Relationship Type="http://schemas.openxmlformats.org/officeDocument/2006/relationships/image" Target="/ppt/media/image25.svg" Id="Re17d255e0bf74f46" /><Relationship Type="http://schemas.openxmlformats.org/officeDocument/2006/relationships/image" Target="/ppt/media/image26.png" Id="R37df2034df6740ed" /><Relationship Type="http://schemas.openxmlformats.org/officeDocument/2006/relationships/image" Target="/ppt/media/image26.svg" Id="Rd548fd331ddf4545" /><Relationship Type="http://schemas.openxmlformats.org/officeDocument/2006/relationships/image" Target="/ppt/media/image27.png" Id="Rde8e9d9eb9c1461b" /><Relationship Type="http://schemas.openxmlformats.org/officeDocument/2006/relationships/image" Target="/ppt/media/image27.svg" Id="R2a69fe60cac4432a" /><Relationship Type="http://schemas.openxmlformats.org/officeDocument/2006/relationships/image" Target="/ppt/media/image28.png" Id="R94e41519889a4b4c" /><Relationship Type="http://schemas.openxmlformats.org/officeDocument/2006/relationships/image" Target="/ppt/media/image28.svg" Id="R4a23c91f95214e4c" /><Relationship Type="http://schemas.openxmlformats.org/officeDocument/2006/relationships/image" Target="/ppt/media/image29.png" Id="Rf959b17eeb2849d0" /><Relationship Type="http://schemas.openxmlformats.org/officeDocument/2006/relationships/image" Target="/ppt/media/image29.svg" Id="R8c750852581e41ef" /><Relationship Type="http://schemas.openxmlformats.org/officeDocument/2006/relationships/image" Target="/ppt/media/image30.png" Id="R9fb783be9f4441ae" /><Relationship Type="http://schemas.openxmlformats.org/officeDocument/2006/relationships/image" Target="/ppt/media/image30.svg" Id="R807c383074a4418a" /><Relationship Type="http://schemas.openxmlformats.org/officeDocument/2006/relationships/image" Target="/ppt/media/image31.png" Id="Rb8afb9fd7e9149b9" /><Relationship Type="http://schemas.openxmlformats.org/officeDocument/2006/relationships/image" Target="/ppt/media/image31.svg" Id="R260fa196e1454abb" /><Relationship Type="http://schemas.openxmlformats.org/officeDocument/2006/relationships/image" Target="/ppt/media/image32.png" Id="R37c80081584f45cb" /><Relationship Type="http://schemas.openxmlformats.org/officeDocument/2006/relationships/image" Target="/ppt/media/image32.svg" Id="R36edd7f914b443bd" /><Relationship Type="http://schemas.openxmlformats.org/officeDocument/2006/relationships/image" Target="/ppt/media/image33.png" Id="R49dac9a7000f43ad" /><Relationship Type="http://schemas.openxmlformats.org/officeDocument/2006/relationships/image" Target="/ppt/media/image33.svg" Id="R060b173e6ec140a0" /><Relationship Type="http://schemas.openxmlformats.org/officeDocument/2006/relationships/image" Target="/ppt/media/image34.png" Id="R8c532604e9ed46cc" /><Relationship Type="http://schemas.openxmlformats.org/officeDocument/2006/relationships/image" Target="/ppt/media/image34.svg" Id="R4306d8734f284774" /><Relationship Type="http://schemas.openxmlformats.org/officeDocument/2006/relationships/image" Target="/ppt/media/image35.png" Id="R6750dac943e74760" /><Relationship Type="http://schemas.openxmlformats.org/officeDocument/2006/relationships/image" Target="/ppt/media/image35.svg" Id="Rbadcd226784242a3" /><Relationship Type="http://schemas.openxmlformats.org/officeDocument/2006/relationships/image" Target="/ppt/media/image36.png" Id="Ra66f5742ec4e40ac" /><Relationship Type="http://schemas.openxmlformats.org/officeDocument/2006/relationships/image" Target="/ppt/media/image36.svg" Id="R5507ef15a6364585" /><Relationship Type="http://schemas.openxmlformats.org/officeDocument/2006/relationships/image" Target="/ppt/media/image37.png" Id="Ra2fd54271c544f67" /><Relationship Type="http://schemas.openxmlformats.org/officeDocument/2006/relationships/image" Target="/ppt/media/image37.svg" Id="R53777ed7ea6e4c31" /><Relationship Type="http://schemas.openxmlformats.org/officeDocument/2006/relationships/image" Target="/ppt/media/image38.png" Id="R6ee95e8d3a3d48cb" /><Relationship Type="http://schemas.openxmlformats.org/officeDocument/2006/relationships/image" Target="/ppt/media/image38.svg" Id="R3488ab6d6e4a4c08" /><Relationship Type="http://schemas.openxmlformats.org/officeDocument/2006/relationships/image" Target="/ppt/media/image39.png" Id="R4c1038ec1c2a4759" /><Relationship Type="http://schemas.openxmlformats.org/officeDocument/2006/relationships/image" Target="/ppt/media/image39.svg" Id="Re51f618bf385468c" /><Relationship Type="http://schemas.openxmlformats.org/officeDocument/2006/relationships/image" Target="/ppt/media/image40.png" Id="R4821ebef1dfe4eaf" /><Relationship Type="http://schemas.openxmlformats.org/officeDocument/2006/relationships/image" Target="/ppt/media/image40.svg" Id="Rb7ba91ecd5b54f0c" /><Relationship Type="http://schemas.openxmlformats.org/officeDocument/2006/relationships/image" Target="/ppt/media/image41.png" Id="R474fbc915bf0407f" /><Relationship Type="http://schemas.openxmlformats.org/officeDocument/2006/relationships/image" Target="/ppt/media/image41.svg" Id="R738af958c84c4951" /><Relationship Type="http://schemas.openxmlformats.org/officeDocument/2006/relationships/image" Target="/ppt/media/image42.png" Id="R07779243b4384cf1" /><Relationship Type="http://schemas.openxmlformats.org/officeDocument/2006/relationships/image" Target="/ppt/media/image42.svg" Id="R6d06884ca0424329" /><Relationship Type="http://schemas.openxmlformats.org/officeDocument/2006/relationships/image" Target="/ppt/media/image43.png" Id="R18a1a1ddd6f34004" /><Relationship Type="http://schemas.openxmlformats.org/officeDocument/2006/relationships/image" Target="/ppt/media/image43.svg" Id="R2063034f3d314193" /><Relationship Type="http://schemas.openxmlformats.org/officeDocument/2006/relationships/image" Target="/ppt/media/image44.png" Id="Ra394e4fed9744538" /><Relationship Type="http://schemas.openxmlformats.org/officeDocument/2006/relationships/image" Target="/ppt/media/image44.svg" Id="Rd66319c37d3d4892" /><Relationship Type="http://schemas.openxmlformats.org/officeDocument/2006/relationships/image" Target="/ppt/media/image45.png" Id="R025ed34e989e46f1" /><Relationship Type="http://schemas.openxmlformats.org/officeDocument/2006/relationships/image" Target="/ppt/media/image45.svg" Id="Rb0392225e1da4257" /><Relationship Type="http://schemas.openxmlformats.org/officeDocument/2006/relationships/image" Target="/ppt/media/image46.png" Id="R72146069b2a44cb1" /><Relationship Type="http://schemas.openxmlformats.org/officeDocument/2006/relationships/image" Target="/ppt/media/image46.svg" Id="R0e073d55c55b4ae4" /><Relationship Type="http://schemas.openxmlformats.org/officeDocument/2006/relationships/image" Target="/ppt/media/image47.png" Id="R16e5baeceac24a09" /><Relationship Type="http://schemas.openxmlformats.org/officeDocument/2006/relationships/image" Target="/ppt/media/image47.svg" Id="R9c4b5237841b4d8b" /><Relationship Type="http://schemas.openxmlformats.org/officeDocument/2006/relationships/image" Target="/ppt/media/image48.png" Id="Rcc945887b8de4ee9" /><Relationship Type="http://schemas.openxmlformats.org/officeDocument/2006/relationships/image" Target="/ppt/media/image48.svg" Id="R392d2df86a6049dc" /><Relationship Type="http://schemas.openxmlformats.org/officeDocument/2006/relationships/image" Target="/ppt/media/image49.png" Id="Rab3bf417aa3a4dd8" /><Relationship Type="http://schemas.openxmlformats.org/officeDocument/2006/relationships/image" Target="/ppt/media/image49.svg" Id="R14380d8984ff4e67" /><Relationship Type="http://schemas.openxmlformats.org/officeDocument/2006/relationships/image" Target="/ppt/media/image50.png" Id="R5a882292a313407a" /><Relationship Type="http://schemas.openxmlformats.org/officeDocument/2006/relationships/image" Target="/ppt/media/image50.svg" Id="R5c63f7ef593a4f65" /><Relationship Type="http://schemas.openxmlformats.org/officeDocument/2006/relationships/image" Target="/ppt/media/image51.png" Id="R0b5104e1da5846bd" /><Relationship Type="http://schemas.openxmlformats.org/officeDocument/2006/relationships/image" Target="/ppt/media/image51.svg" Id="R276b207dc6194067" /><Relationship Type="http://schemas.openxmlformats.org/officeDocument/2006/relationships/image" Target="/ppt/media/image52.png" Id="Rf52781fa697d40b8" /><Relationship Type="http://schemas.openxmlformats.org/officeDocument/2006/relationships/image" Target="/ppt/media/image52.svg" Id="Ra280460b993f451d" /><Relationship Type="http://schemas.openxmlformats.org/officeDocument/2006/relationships/image" Target="/ppt/media/image53.png" Id="R44f3b900e5874796" /><Relationship Type="http://schemas.openxmlformats.org/officeDocument/2006/relationships/image" Target="/ppt/media/image53.svg" Id="Re87395ef82264279" /><Relationship Type="http://schemas.openxmlformats.org/officeDocument/2006/relationships/image" Target="/ppt/media/image54.png" Id="Rb18f96fe642140e9" /><Relationship Type="http://schemas.openxmlformats.org/officeDocument/2006/relationships/image" Target="/ppt/media/image54.svg" Id="Rff97176f963a4d2c" /><Relationship Type="http://schemas.openxmlformats.org/officeDocument/2006/relationships/image" Target="/ppt/media/image55.png" Id="Rd78108419a1740a3" /><Relationship Type="http://schemas.openxmlformats.org/officeDocument/2006/relationships/image" Target="/ppt/media/image55.svg" Id="R4fef03e0a1964a31" /><Relationship Type="http://schemas.openxmlformats.org/officeDocument/2006/relationships/image" Target="/ppt/media/image56.png" Id="R591630f4f70c4ec1" /><Relationship Type="http://schemas.openxmlformats.org/officeDocument/2006/relationships/image" Target="/ppt/media/image56.svg" Id="Rd6b1ed1584fc4671" /><Relationship Type="http://schemas.openxmlformats.org/officeDocument/2006/relationships/notesSlide" Target="/ppt/notesSlides/notesSlide1.xml" Id="Rd258b301f7db49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ssets-panel">
            <a:extLst xmlns:a="http://schemas.openxmlformats.org/drawingml/2006/main">
              <a:ext uri="{FF2B5EF4-FFF2-40B4-BE49-F238E27FC236}">
                <a16:creationId xmlns:a16="http://schemas.microsoft.com/office/drawing/2014/main" id="{80CC1CFA-47F9-413F-B166-1526867E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90500"/>
            <a:ext cx="4886325" cy="340995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20955">
            <a:solidFill>
              <a:srgbClr val="A9CDFF"/>
            </a:solidFill>
            <a:prstDash val="solid"/>
          </a:ln>
        </p:spPr>
      </p:sp>
      <p:sp>
        <p:nvSpPr>
          <p:cNvPr id="2" name="task-config-panel">
            <a:extLst xmlns:a="http://schemas.openxmlformats.org/drawingml/2006/main">
              <a:ext uri="{FF2B5EF4-FFF2-40B4-BE49-F238E27FC236}">
                <a16:creationId xmlns:a16="http://schemas.microsoft.com/office/drawing/2014/main" id="{43F53AA8-6690-4EF1-9720-4E7EDEB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800475"/>
            <a:ext cx="4886325" cy="3400425"/>
          </a:xfrm>
          <a:prstGeom xmlns:a="http://schemas.openxmlformats.org/drawingml/2006/main" prst="roundRect">
            <a:avLst>
              <a:gd name="adj" fmla="val 560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20955">
            <a:solidFill>
              <a:srgbClr val="A9CDFF"/>
            </a:solidFill>
            <a:prstDash val="solid"/>
          </a:ln>
        </p:spPr>
      </p:sp>
      <p:sp>
        <p:nvSpPr>
          <p:cNvPr id="3" name="teleoperation-panel">
            <a:extLst xmlns:a="http://schemas.openxmlformats.org/drawingml/2006/main">
              <a:ext uri="{FF2B5EF4-FFF2-40B4-BE49-F238E27FC236}">
                <a16:creationId xmlns:a16="http://schemas.microsoft.com/office/drawing/2014/main" id="{2433FE79-2BCE-4437-8711-DEE9CBAB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171450"/>
            <a:ext cx="7496175" cy="2181225"/>
          </a:xfrm>
          <a:prstGeom xmlns:a="http://schemas.openxmlformats.org/drawingml/2006/main" prst="roundRect">
            <a:avLst>
              <a:gd name="adj" fmla="val 9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757D9"/>
            </a:solidFill>
            <a:prstDash val="solid"/>
          </a:ln>
        </p:spPr>
      </p:sp>
      <p:sp>
        <p:nvSpPr>
          <p:cNvPr id="4" name="motion-panel">
            <a:extLst xmlns:a="http://schemas.openxmlformats.org/drawingml/2006/main">
              <a:ext uri="{FF2B5EF4-FFF2-40B4-BE49-F238E27FC236}">
                <a16:creationId xmlns:a16="http://schemas.microsoft.com/office/drawing/2014/main" id="{BC18C423-CC11-4C91-976D-68FE119A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428875"/>
            <a:ext cx="7496175" cy="2171700"/>
          </a:xfrm>
          <a:prstGeom xmlns:a="http://schemas.openxmlformats.org/drawingml/2006/main" prst="roundRect">
            <a:avLst>
              <a:gd name="adj" fmla="val 9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757D9"/>
            </a:solidFill>
            <a:prstDash val="solid"/>
          </a:ln>
        </p:spPr>
      </p:sp>
      <p:sp>
        <p:nvSpPr>
          <p:cNvPr id="5" name="datasets-panel">
            <a:extLst xmlns:a="http://schemas.openxmlformats.org/drawingml/2006/main">
              <a:ext uri="{FF2B5EF4-FFF2-40B4-BE49-F238E27FC236}">
                <a16:creationId xmlns:a16="http://schemas.microsoft.com/office/drawing/2014/main" id="{0109DA1C-320D-4EB4-92E2-1A9770F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676775"/>
            <a:ext cx="7496175" cy="2524125"/>
          </a:xfrm>
          <a:prstGeom xmlns:a="http://schemas.openxmlformats.org/drawingml/2006/main" prst="roundRect">
            <a:avLst>
              <a:gd name="adj" fmla="val 8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757D9"/>
            </a:solidFill>
            <a:prstDash val="solid"/>
          </a:ln>
        </p:spPr>
      </p:sp>
      <p:sp>
        <p:nvSpPr>
          <p:cNvPr id="6" name="server-panel">
            <a:extLst xmlns:a="http://schemas.openxmlformats.org/drawingml/2006/main">
              <a:ext uri="{FF2B5EF4-FFF2-40B4-BE49-F238E27FC236}">
                <a16:creationId xmlns:a16="http://schemas.microsoft.com/office/drawing/2014/main" id="{BB1DB502-E5EC-44F6-8582-B07E0AA6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190500"/>
            <a:ext cx="4886325" cy="3409950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20955">
            <a:solidFill>
              <a:srgbClr val="0757D9"/>
            </a:solidFill>
            <a:prstDash val="solid"/>
          </a:ln>
        </p:spPr>
      </p:sp>
      <p:sp>
        <p:nvSpPr>
          <p:cNvPr id="7" name="client-panel">
            <a:extLst xmlns:a="http://schemas.openxmlformats.org/drawingml/2006/main">
              <a:ext uri="{FF2B5EF4-FFF2-40B4-BE49-F238E27FC236}">
                <a16:creationId xmlns:a16="http://schemas.microsoft.com/office/drawing/2014/main" id="{9AD38CBE-7BFD-45BE-8D49-E308513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800475"/>
            <a:ext cx="4886325" cy="3400425"/>
          </a:xfrm>
          <a:prstGeom xmlns:a="http://schemas.openxmlformats.org/drawingml/2006/main" prst="roundRect">
            <a:avLst>
              <a:gd name="adj" fmla="val 5602"/>
            </a:avLst>
          </a:prstGeom>
          <a:solidFill xmlns:a="http://schemas.openxmlformats.org/drawingml/2006/main">
            <a:srgbClr val="EFF9F8"/>
          </a:solidFill>
          <a:ln xmlns:a="http://schemas.openxmlformats.org/drawingml/2006/main" w="20955">
            <a:solidFill>
              <a:srgbClr val="078C8B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a385e75ce419e">
            <a:extLst>
              <a:ext uri="{96DAC541-7B7A-43D3-8B79-37D633B846F1}">
                <asvg:svgBlip xmlns:asvg="http://schemas.microsoft.com/office/drawing/2016/SVG/main" r:embed="R4062eed72a1a4e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33950" y="1352550"/>
            <a:ext cx="714375" cy="4286250"/>
          </a:xfrm>
          <a:prstGeom xmlns:a="http://schemas.openxmlformats.org/drawingml/2006/main" prst="rect">
            <a:avLst/>
          </a:prstGeom>
        </p:spPr>
      </p:pic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aea27a76a4354">
            <a:extLst>
              <a:ext uri="{96DAC541-7B7A-43D3-8B79-37D633B846F1}">
                <asvg:svgBlip xmlns:asvg="http://schemas.microsoft.com/office/drawing/2016/SVG/main" r:embed="R7dbbffa4d6114f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39700" y="1333500"/>
            <a:ext cx="590550" cy="4714875"/>
          </a:xfrm>
          <a:prstGeom xmlns:a="http://schemas.openxmlformats.org/drawingml/2006/main" prst="rect">
            <a:avLst/>
          </a:prstGeom>
        </p:spPr>
      </p:pic>
      <p:sp>
        <p:nvSpPr>
          <p:cNvPr id="10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EA4C35EB-EA7B-4059-B3F0-E8E4A514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31051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5464FF91-CE29-4A92-AD9E-60AF034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38290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6" name=""/>
          <p:cNvCxnSpPr>
            <a:stCxn xmlns:a="http://schemas.openxmlformats.org/drawingml/2006/main" id="10" idx="4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4411325" y="31432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5718" cap="rnd">
            <a:solidFill>
              <a:srgbClr val="0757D9"/>
            </a:solidFill>
            <a:prstDash val="solid"/>
            <a:round/>
            <a:tailEnd type="triangle" w="med" len="med"/>
          </a:ln>
        </p:spPr>
      </p:cxnSp>
      <p:sp>
        <p:nvSpPr>
          <p:cNvPr id="13" name="flow-anchor-3">
            <a:extLst xmlns:a="http://schemas.openxmlformats.org/drawingml/2006/main">
              <a:ext uri="{FF2B5EF4-FFF2-40B4-BE49-F238E27FC236}">
                <a16:creationId xmlns:a16="http://schemas.microsoft.com/office/drawing/2014/main" id="{0EEECC9D-714E-48CE-A908-F6B57895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38290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flow-anchor-4">
            <a:extLst xmlns:a="http://schemas.openxmlformats.org/drawingml/2006/main">
              <a:ext uri="{FF2B5EF4-FFF2-40B4-BE49-F238E27FC236}">
                <a16:creationId xmlns:a16="http://schemas.microsoft.com/office/drawing/2014/main" id="{F33A204B-46FD-4954-9E57-83E609D1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31051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9" name=""/>
          <p:cNvCxnSpPr>
            <a:stCxn xmlns:a="http://schemas.openxmlformats.org/drawingml/2006/main" id="13" idx="0"/>
            <a:endCxn xmlns:a="http://schemas.openxmlformats.org/drawingml/2006/main" id="14" idx="4"/>
          </p:cNvCxnSpPr>
          <p:nvPr/>
        </p:nvCxnSpPr>
        <p:spPr>
          <a:xfrm xmlns:a="http://schemas.openxmlformats.org/drawingml/2006/main" flipV="1">
            <a:off x="17278350" y="31432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5718" cap="rnd">
            <a:solidFill>
              <a:srgbClr val="E8750B"/>
            </a:solidFill>
            <a:prstDash val="solid"/>
            <a:round/>
            <a:tailEnd type="triangle" w="med" len="med"/>
          </a:ln>
        </p:spPr>
      </p:cxnSp>
      <p:sp>
        <p:nvSpPr>
          <p:cNvPr id="16" name="flow-anchor-5">
            <a:extLst xmlns:a="http://schemas.openxmlformats.org/drawingml/2006/main">
              <a:ext uri="{FF2B5EF4-FFF2-40B4-BE49-F238E27FC236}">
                <a16:creationId xmlns:a16="http://schemas.microsoft.com/office/drawing/2014/main" id="{46A058FB-6CBA-489B-9B58-F5587445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1381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flow-anchor-6">
            <a:extLst xmlns:a="http://schemas.openxmlformats.org/drawingml/2006/main">
              <a:ext uri="{FF2B5EF4-FFF2-40B4-BE49-F238E27FC236}">
                <a16:creationId xmlns:a16="http://schemas.microsoft.com/office/drawing/2014/main" id="{5B101D77-A33D-4F1B-81B4-6FFC8AE2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1381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2" name=""/>
          <p:cNvCxnSpPr>
            <a:stCxn xmlns:a="http://schemas.openxmlformats.org/drawingml/2006/main" id="16" idx="2"/>
            <a:endCxn xmlns:a="http://schemas.openxmlformats.org/drawingml/2006/main" id="17" idx="6"/>
          </p:cNvCxnSpPr>
          <p:nvPr/>
        </p:nvCxnSpPr>
        <p:spPr>
          <a:xfrm xmlns:a="http://schemas.openxmlformats.org/drawingml/2006/main" flipH="1">
            <a:off x="16621125" y="14001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E8750B"/>
            </a:solidFill>
            <a:prstDash val="solid"/>
            <a:round/>
            <a:tailEnd type="triangle" w="med" len="med"/>
          </a:ln>
        </p:spPr>
      </p:cxnSp>
      <p:sp>
        <p:nvSpPr>
          <p:cNvPr id="19" name="flow-anchor-7">
            <a:extLst xmlns:a="http://schemas.openxmlformats.org/drawingml/2006/main">
              <a:ext uri="{FF2B5EF4-FFF2-40B4-BE49-F238E27FC236}">
                <a16:creationId xmlns:a16="http://schemas.microsoft.com/office/drawing/2014/main" id="{F31D49F4-6899-4C6C-ACC9-E48AB36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525" y="1381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flow-anchor-8">
            <a:extLst xmlns:a="http://schemas.openxmlformats.org/drawingml/2006/main">
              <a:ext uri="{FF2B5EF4-FFF2-40B4-BE49-F238E27FC236}">
                <a16:creationId xmlns:a16="http://schemas.microsoft.com/office/drawing/2014/main" id="{08F6EAA6-9C2D-47AF-B287-5ED2AA2C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381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5" name=""/>
          <p:cNvCxnSpPr>
            <a:stCxn xmlns:a="http://schemas.openxmlformats.org/drawingml/2006/main" id="19" idx="2"/>
            <a:endCxn xmlns:a="http://schemas.openxmlformats.org/drawingml/2006/main" id="20" idx="6"/>
          </p:cNvCxnSpPr>
          <p:nvPr/>
        </p:nvCxnSpPr>
        <p:spPr>
          <a:xfrm xmlns:a="http://schemas.openxmlformats.org/drawingml/2006/main" flipH="1">
            <a:off x="15087600" y="14001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757D9"/>
            </a:solidFill>
            <a:prstDash val="solid"/>
            <a:round/>
            <a:tailEnd type="triangle" w="med" len="med"/>
          </a:ln>
        </p:spPr>
      </p:cxnSp>
      <p:sp>
        <p:nvSpPr>
          <p:cNvPr id="22" name="flow-anchor-9">
            <a:extLst xmlns:a="http://schemas.openxmlformats.org/drawingml/2006/main">
              <a:ext uri="{FF2B5EF4-FFF2-40B4-BE49-F238E27FC236}">
                <a16:creationId xmlns:a16="http://schemas.microsoft.com/office/drawing/2014/main" id="{B8F74665-0F9E-4763-825E-41FC2AAA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9525" y="26003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flow-anchor-10">
            <a:extLst xmlns:a="http://schemas.openxmlformats.org/drawingml/2006/main">
              <a:ext uri="{FF2B5EF4-FFF2-40B4-BE49-F238E27FC236}">
                <a16:creationId xmlns:a16="http://schemas.microsoft.com/office/drawing/2014/main" id="{70781A2F-3641-4482-A286-975F8F8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26003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8" name=""/>
          <p:cNvCxnSpPr>
            <a:stCxn xmlns:a="http://schemas.openxmlformats.org/drawingml/2006/main" id="22" idx="2"/>
            <a:endCxn xmlns:a="http://schemas.openxmlformats.org/drawingml/2006/main" id="23" idx="6"/>
          </p:cNvCxnSpPr>
          <p:nvPr/>
        </p:nvCxnSpPr>
        <p:spPr>
          <a:xfrm xmlns:a="http://schemas.openxmlformats.org/drawingml/2006/main" flipH="1">
            <a:off x="15087600" y="2619375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0757D9"/>
            </a:solidFill>
            <a:prstDash val="solid"/>
            <a:round/>
            <a:tailEnd type="triangle" w="med" len="med"/>
          </a:ln>
        </p:spPr>
      </p:cxnSp>
      <p:sp>
        <p:nvSpPr>
          <p:cNvPr id="25" name="flow-anchor-11">
            <a:extLst xmlns:a="http://schemas.openxmlformats.org/drawingml/2006/main">
              <a:ext uri="{FF2B5EF4-FFF2-40B4-BE49-F238E27FC236}">
                <a16:creationId xmlns:a16="http://schemas.microsoft.com/office/drawing/2014/main" id="{645D5656-5D07-4D2F-AC8F-7F73B082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75" y="26003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flow-anchor-12">
            <a:extLst xmlns:a="http://schemas.openxmlformats.org/drawingml/2006/main">
              <a:ext uri="{FF2B5EF4-FFF2-40B4-BE49-F238E27FC236}">
                <a16:creationId xmlns:a16="http://schemas.microsoft.com/office/drawing/2014/main" id="{2D04A630-8137-428F-8EAB-7553602B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83025" y="26003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25" idx="2"/>
            <a:endCxn xmlns:a="http://schemas.openxmlformats.org/drawingml/2006/main" id="26" idx="6"/>
          </p:cNvCxnSpPr>
          <p:nvPr/>
        </p:nvCxnSpPr>
        <p:spPr>
          <a:xfrm xmlns:a="http://schemas.openxmlformats.org/drawingml/2006/main" flipH="1">
            <a:off x="16621125" y="261937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E8750B"/>
            </a:solidFill>
            <a:prstDash val="solid"/>
            <a:round/>
            <a:tailEnd type="triangle" w="med" len="med"/>
          </a:ln>
        </p:spPr>
      </p:cxnSp>
      <p:sp>
        <p:nvSpPr>
          <p:cNvPr id="28" name="flow-anchor-13">
            <a:extLst xmlns:a="http://schemas.openxmlformats.org/drawingml/2006/main">
              <a:ext uri="{FF2B5EF4-FFF2-40B4-BE49-F238E27FC236}">
                <a16:creationId xmlns:a16="http://schemas.microsoft.com/office/drawing/2014/main" id="{81BEC87A-522C-44B9-B854-2589259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53244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flow-anchor-14">
            <a:extLst xmlns:a="http://schemas.openxmlformats.org/drawingml/2006/main">
              <a:ext uri="{FF2B5EF4-FFF2-40B4-BE49-F238E27FC236}">
                <a16:creationId xmlns:a16="http://schemas.microsoft.com/office/drawing/2014/main" id="{BF301D49-ECB6-402C-95DC-5336DE9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56007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4" name=""/>
          <p:cNvCxnSpPr>
            <a:stCxn xmlns:a="http://schemas.openxmlformats.org/drawingml/2006/main" id="28" idx="4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3954125" y="53625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31" name="flow-anchor-15">
            <a:extLst xmlns:a="http://schemas.openxmlformats.org/drawingml/2006/main">
              <a:ext uri="{FF2B5EF4-FFF2-40B4-BE49-F238E27FC236}">
                <a16:creationId xmlns:a16="http://schemas.microsoft.com/office/drawing/2014/main" id="{631B3AF6-B730-47A9-8CFD-B8798FAA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53244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flow-anchor-16">
            <a:extLst xmlns:a="http://schemas.openxmlformats.org/drawingml/2006/main">
              <a:ext uri="{FF2B5EF4-FFF2-40B4-BE49-F238E27FC236}">
                <a16:creationId xmlns:a16="http://schemas.microsoft.com/office/drawing/2014/main" id="{95EA6E10-7004-44CB-86A3-DC6E8537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0900" y="56007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7" name=""/>
          <p:cNvCxnSpPr>
            <a:stCxn xmlns:a="http://schemas.openxmlformats.org/drawingml/2006/main" id="31" idx="4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4839950" y="53625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34" name="flow-anchor-17">
            <a:extLst xmlns:a="http://schemas.openxmlformats.org/drawingml/2006/main">
              <a:ext uri="{FF2B5EF4-FFF2-40B4-BE49-F238E27FC236}">
                <a16:creationId xmlns:a16="http://schemas.microsoft.com/office/drawing/2014/main" id="{5ACA2F67-A65D-4AB4-A411-4FE671F0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3244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flow-anchor-18">
            <a:extLst xmlns:a="http://schemas.openxmlformats.org/drawingml/2006/main">
              <a:ext uri="{FF2B5EF4-FFF2-40B4-BE49-F238E27FC236}">
                <a16:creationId xmlns:a16="http://schemas.microsoft.com/office/drawing/2014/main" id="{3A8D2B7F-62FC-4616-9C84-38A98893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6007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0" name=""/>
          <p:cNvCxnSpPr>
            <a:stCxn xmlns:a="http://schemas.openxmlformats.org/drawingml/2006/main" id="34" idx="4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5716250" y="5362575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37" name="flow-anchor-19">
            <a:extLst xmlns:a="http://schemas.openxmlformats.org/drawingml/2006/main">
              <a:ext uri="{FF2B5EF4-FFF2-40B4-BE49-F238E27FC236}">
                <a16:creationId xmlns:a16="http://schemas.microsoft.com/office/drawing/2014/main" id="{2AAE1E48-7A61-464F-9CA1-5B4B8D7D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5924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flow-anchor-20">
            <a:extLst xmlns:a="http://schemas.openxmlformats.org/drawingml/2006/main">
              <a:ext uri="{FF2B5EF4-FFF2-40B4-BE49-F238E27FC236}">
                <a16:creationId xmlns:a16="http://schemas.microsoft.com/office/drawing/2014/main" id="{87D3E5DB-E32C-4941-B503-F1E881A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5924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3" name=""/>
          <p:cNvCxnSpPr>
            <a:stCxn xmlns:a="http://schemas.openxmlformats.org/drawingml/2006/main" id="37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16125825" y="59436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40" name="flow-anchor-21">
            <a:extLst xmlns:a="http://schemas.openxmlformats.org/drawingml/2006/main">
              <a:ext uri="{FF2B5EF4-FFF2-40B4-BE49-F238E27FC236}">
                <a16:creationId xmlns:a16="http://schemas.microsoft.com/office/drawing/2014/main" id="{B0E9D87E-0F7C-49C4-971B-8DA1017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62960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flow-anchor-22">
            <a:extLst xmlns:a="http://schemas.openxmlformats.org/drawingml/2006/main">
              <a:ext uri="{FF2B5EF4-FFF2-40B4-BE49-F238E27FC236}">
                <a16:creationId xmlns:a16="http://schemas.microsoft.com/office/drawing/2014/main" id="{493AC236-7796-4CCA-AAF3-B6BACD50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62960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6" name=""/>
          <p:cNvCxnSpPr>
            <a:stCxn xmlns:a="http://schemas.openxmlformats.org/drawingml/2006/main" id="40" idx="6"/>
            <a:endCxn xmlns:a="http://schemas.openxmlformats.org/drawingml/2006/main" id="41" idx="2"/>
          </p:cNvCxnSpPr>
          <p:nvPr/>
        </p:nvCxnSpPr>
        <p:spPr>
          <a:xfrm xmlns:a="http://schemas.openxmlformats.org/drawingml/2006/main">
            <a:off x="16125825" y="63150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43" name="flow-anchor-23">
            <a:extLst xmlns:a="http://schemas.openxmlformats.org/drawingml/2006/main">
              <a:ext uri="{FF2B5EF4-FFF2-40B4-BE49-F238E27FC236}">
                <a16:creationId xmlns:a16="http://schemas.microsoft.com/office/drawing/2014/main" id="{B0A7D2BC-33C6-450D-BC31-A2749213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7725" y="66675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flow-anchor-24">
            <a:extLst xmlns:a="http://schemas.openxmlformats.org/drawingml/2006/main">
              <a:ext uri="{FF2B5EF4-FFF2-40B4-BE49-F238E27FC236}">
                <a16:creationId xmlns:a16="http://schemas.microsoft.com/office/drawing/2014/main" id="{7268F61B-E8E7-4094-9132-EFF51029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66675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9" name=""/>
          <p:cNvCxnSpPr>
            <a:stCxn xmlns:a="http://schemas.openxmlformats.org/drawingml/2006/main" id="43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16125825" y="6686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2C9158"/>
            </a:solidFill>
            <a:prstDash val="solid"/>
            <a:round/>
            <a:tailEnd type="triangle" w="med" len="med"/>
          </a:ln>
        </p:spPr>
      </p:cxnSp>
      <p:sp>
        <p:nvSpPr>
          <p:cNvPr id="46" name="flow-anchor-25">
            <a:extLst xmlns:a="http://schemas.openxmlformats.org/drawingml/2006/main">
              <a:ext uri="{FF2B5EF4-FFF2-40B4-BE49-F238E27FC236}">
                <a16:creationId xmlns:a16="http://schemas.microsoft.com/office/drawing/2014/main" id="{5D0EAF54-E8AB-464E-BA8A-4272CFF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56007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7" name="flow-anchor-26">
            <a:extLst xmlns:a="http://schemas.openxmlformats.org/drawingml/2006/main">
              <a:ext uri="{FF2B5EF4-FFF2-40B4-BE49-F238E27FC236}">
                <a16:creationId xmlns:a16="http://schemas.microsoft.com/office/drawing/2014/main" id="{E86F3D2E-292C-4BBE-A512-A14BCB85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5343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2" name=""/>
          <p:cNvCxnSpPr>
            <a:stCxn xmlns:a="http://schemas.openxmlformats.org/drawingml/2006/main" id="46" idx="0"/>
            <a:endCxn xmlns:a="http://schemas.openxmlformats.org/drawingml/2006/main" id="47" idx="4"/>
          </p:cNvCxnSpPr>
          <p:nvPr/>
        </p:nvCxnSpPr>
        <p:spPr>
          <a:xfrm xmlns:a="http://schemas.openxmlformats.org/drawingml/2006/main" flipV="1">
            <a:off x="16887825" y="53816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E8750B"/>
            </a:solidFill>
            <a:prstDash val="solid"/>
            <a:round/>
            <a:tailEnd type="triangle" w="med" len="med"/>
          </a:ln>
        </p:spPr>
      </p:cxnSp>
      <p:sp>
        <p:nvSpPr>
          <p:cNvPr id="49" name="flow-anchor-27">
            <a:extLst xmlns:a="http://schemas.openxmlformats.org/drawingml/2006/main">
              <a:ext uri="{FF2B5EF4-FFF2-40B4-BE49-F238E27FC236}">
                <a16:creationId xmlns:a16="http://schemas.microsoft.com/office/drawing/2014/main" id="{509BEA71-9E06-46FA-9A93-97AE0CA7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560070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flow-anchor-28">
            <a:extLst xmlns:a="http://schemas.openxmlformats.org/drawingml/2006/main">
              <a:ext uri="{FF2B5EF4-FFF2-40B4-BE49-F238E27FC236}">
                <a16:creationId xmlns:a16="http://schemas.microsoft.com/office/drawing/2014/main" id="{F422DC37-56F5-44D0-8C0F-F584587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0" y="53435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5" name=""/>
          <p:cNvCxnSpPr>
            <a:stCxn xmlns:a="http://schemas.openxmlformats.org/drawingml/2006/main" id="49" idx="0"/>
            <a:endCxn xmlns:a="http://schemas.openxmlformats.org/drawingml/2006/main" id="50" idx="4"/>
          </p:cNvCxnSpPr>
          <p:nvPr/>
        </p:nvCxnSpPr>
        <p:spPr>
          <a:xfrm xmlns:a="http://schemas.openxmlformats.org/drawingml/2006/main" flipV="1">
            <a:off x="17735550" y="53816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3813" cap="rnd">
            <a:solidFill>
              <a:srgbClr val="E8750B"/>
            </a:solidFill>
            <a:prstDash val="solid"/>
            <a:round/>
            <a:tailEnd type="triangle" w="med" len="med"/>
          </a:ln>
        </p:spPr>
      </p:cxnSp>
      <p:pic>
        <p:nvPicPr>
          <p:cNvPr id="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685feb7134128">
            <a:extLst>
              <a:ext uri="{96DAC541-7B7A-43D3-8B79-37D633B846F1}">
                <asvg:svgBlip xmlns:asvg="http://schemas.microsoft.com/office/drawing/2016/SVG/main" r:embed="Rc88378e9e4fb47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5750" y="27622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53" name="assets-title">
            <a:extLst xmlns:a="http://schemas.openxmlformats.org/drawingml/2006/main">
              <a:ext uri="{FF2B5EF4-FFF2-40B4-BE49-F238E27FC236}">
                <a16:creationId xmlns:a16="http://schemas.microsoft.com/office/drawing/2014/main" id="{FF8C6EC3-8365-41F9-8B6E-69F6C127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Assets</a:t>
            </a:r>
          </a:p>
        </p:txBody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1a51e88a040b5">
            <a:extLst>
              <a:ext uri="{96DAC541-7B7A-43D3-8B79-37D633B846F1}">
                <asvg:svgBlip xmlns:asvg="http://schemas.microsoft.com/office/drawing/2016/SVG/main" r:embed="Rba7e7b14affd43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4800" y="3886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55" name="task-title">
            <a:extLst xmlns:a="http://schemas.openxmlformats.org/drawingml/2006/main">
              <a:ext uri="{FF2B5EF4-FFF2-40B4-BE49-F238E27FC236}">
                <a16:creationId xmlns:a16="http://schemas.microsoft.com/office/drawing/2014/main" id="{7843C0F9-E907-4EFA-B1AD-BE8C8855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Task Configs</a:t>
            </a:r>
          </a:p>
        </p:txBody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fcb4cd6624459">
            <a:extLst>
              <a:ext uri="{96DAC541-7B7A-43D3-8B79-37D633B846F1}">
                <asvg:svgBlip xmlns:asvg="http://schemas.microsoft.com/office/drawing/2016/SVG/main" r:embed="Rbd9238b4cc1544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601700" y="295275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57" name="server-title">
            <a:extLst xmlns:a="http://schemas.openxmlformats.org/drawingml/2006/main">
              <a:ext uri="{FF2B5EF4-FFF2-40B4-BE49-F238E27FC236}">
                <a16:creationId xmlns:a16="http://schemas.microsoft.com/office/drawing/2014/main" id="{86926139-1B15-46D1-BE1C-BC3EF288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26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Server</a:t>
            </a:r>
          </a:p>
        </p:txBody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4d2a6b471417b">
            <a:extLst>
              <a:ext uri="{96DAC541-7B7A-43D3-8B79-37D633B846F1}">
                <asvg:svgBlip xmlns:asvg="http://schemas.microsoft.com/office/drawing/2016/SVG/main" r:embed="R04ff2b2fefa0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73125" y="3914775"/>
            <a:ext cx="447675" cy="447675"/>
          </a:xfrm>
          <a:prstGeom xmlns:a="http://schemas.openxmlformats.org/drawingml/2006/main" prst="rect">
            <a:avLst/>
          </a:prstGeom>
        </p:spPr>
      </p:pic>
      <p:sp>
        <p:nvSpPr>
          <p:cNvPr id="59" name="client-title">
            <a:extLst xmlns:a="http://schemas.openxmlformats.org/drawingml/2006/main">
              <a:ext uri="{FF2B5EF4-FFF2-40B4-BE49-F238E27FC236}">
                <a16:creationId xmlns:a16="http://schemas.microsoft.com/office/drawing/2014/main" id="{9122B808-89C9-4A73-AE8F-CBD9216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9243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8C8B"/>
                </a:solidFill>
                <a:latin typeface="Century Gothic"/>
                <a:ea typeface="Century Gothic"/>
                <a:cs typeface="Century Gothic"/>
              </a:defRPr>
            </a:pPr>
            <a:r>
              <a:rPr sz="2625" b="1">
                <a:solidFill>
                  <a:srgbClr val="078C8B"/>
                </a:solidFill>
                <a:latin typeface="Century Gothic"/>
                <a:ea typeface="Century Gothic"/>
                <a:cs typeface="Century Gothic"/>
              </a:rPr>
              <a:t>Client</a:t>
            </a:r>
          </a:p>
        </p:txBody>
      </p:sp>
      <p:sp>
        <p:nvSpPr>
          <p:cNvPr id="60" name="scene-assets-card">
            <a:extLst xmlns:a="http://schemas.openxmlformats.org/drawingml/2006/main">
              <a:ext uri="{FF2B5EF4-FFF2-40B4-BE49-F238E27FC236}">
                <a16:creationId xmlns:a16="http://schemas.microsoft.com/office/drawing/2014/main" id="{06D5A3F4-C221-48AB-B3DF-399C1C3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52475"/>
            <a:ext cx="2219325" cy="2676525"/>
          </a:xfrm>
          <a:prstGeom xmlns:a="http://schemas.openxmlformats.org/drawingml/2006/main" prst="roundRect">
            <a:avLst>
              <a:gd name="adj" fmla="val 5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DCFA"/>
            </a:solidFill>
            <a:prstDash val="solid"/>
          </a:ln>
        </p:spPr>
      </p:sp>
      <p:sp>
        <p:nvSpPr>
          <p:cNvPr id="61" name="robot-assets-card">
            <a:extLst xmlns:a="http://schemas.openxmlformats.org/drawingml/2006/main">
              <a:ext uri="{FF2B5EF4-FFF2-40B4-BE49-F238E27FC236}">
                <a16:creationId xmlns:a16="http://schemas.microsoft.com/office/drawing/2014/main" id="{E7C1FE7F-6233-4DBD-8431-E3810C1F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752475"/>
            <a:ext cx="2228850" cy="2676525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DCFA"/>
            </a:solidFill>
            <a:prstDash val="solid"/>
          </a:ln>
        </p:spPr>
      </p:sp>
      <p:sp>
        <p:nvSpPr>
          <p:cNvPr id="62" name="scene-assets-title">
            <a:extLst xmlns:a="http://schemas.openxmlformats.org/drawingml/2006/main">
              <a:ext uri="{FF2B5EF4-FFF2-40B4-BE49-F238E27FC236}">
                <a16:creationId xmlns:a16="http://schemas.microsoft.com/office/drawing/2014/main" id="{3730B083-808E-4826-8507-153891D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7430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Scene Assets</a:t>
            </a:r>
          </a:p>
        </p:txBody>
      </p:sp>
      <p:sp>
        <p:nvSpPr>
          <p:cNvPr id="63" name="robot-assets-title">
            <a:extLst xmlns:a="http://schemas.openxmlformats.org/drawingml/2006/main">
              <a:ext uri="{FF2B5EF4-FFF2-40B4-BE49-F238E27FC236}">
                <a16:creationId xmlns:a16="http://schemas.microsoft.com/office/drawing/2014/main" id="{F0391701-C45F-42FE-B7F2-FE08C6AA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38200"/>
            <a:ext cx="179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Robot Assets</a:t>
            </a:r>
          </a:p>
        </p:txBody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c15c4756540b2">
            <a:extLst>
              <a:ext uri="{96DAC541-7B7A-43D3-8B79-37D633B846F1}">
                <asvg:svgBlip xmlns:asvg="http://schemas.microsoft.com/office/drawing/2016/SVG/main" r:embed="R7a77d3babc0e40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2425" y="1143000"/>
            <a:ext cx="2085975" cy="1676400"/>
          </a:xfrm>
          <a:prstGeom xmlns:a="http://schemas.openxmlformats.org/drawingml/2006/main" prst="roundRect">
            <a:avLst>
              <a:gd name="adj" fmla="val 6818"/>
            </a:avLst>
          </a:prstGeom>
        </p:spPr>
      </p:pic>
      <p:sp>
        <p:nvSpPr>
          <p:cNvPr id="65" name="scene-count">
            <a:extLst xmlns:a="http://schemas.openxmlformats.org/drawingml/2006/main">
              <a:ext uri="{FF2B5EF4-FFF2-40B4-BE49-F238E27FC236}">
                <a16:creationId xmlns:a16="http://schemas.microsoft.com/office/drawing/2014/main" id="{01D58D5F-8240-4FC2-AF1E-AEFF1B9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28825"/>
            <a:ext cx="8858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26 Scenes</a:t>
            </a:r>
          </a:p>
          <a:p xmlns:a="http://schemas.openxmlformats.org/drawingml/2006/main">
            <a:pPr algn="ctr">
              <a:def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441 Objects</a:t>
            </a:r>
          </a:p>
          <a:p xmlns:a="http://schemas.openxmlformats.org/drawingml/2006/main">
            <a:pPr algn="ctr">
              <a:def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38" b="0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262 Textures</a:t>
            </a:r>
          </a:p>
        </p:txBody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f5336a6af4c4e">
            <a:extLst>
              <a:ext uri="{96DAC541-7B7A-43D3-8B79-37D633B846F1}">
                <asvg:svgBlip xmlns:asvg="http://schemas.microsoft.com/office/drawing/2016/SVG/main" r:embed="R921ccb4fef9445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71775" y="1114425"/>
            <a:ext cx="2038350" cy="1752600"/>
          </a:xfrm>
          <a:prstGeom xmlns:a="http://schemas.openxmlformats.org/drawingml/2006/main" prst="rect">
            <a:avLst/>
          </a:prstGeom>
        </p:spPr>
      </p:pic>
      <p:sp>
        <p:nvSpPr>
          <p:cNvPr id="67" name="callout-gripper">
            <a:extLst xmlns:a="http://schemas.openxmlformats.org/drawingml/2006/main">
              <a:ext uri="{FF2B5EF4-FFF2-40B4-BE49-F238E27FC236}">
                <a16:creationId xmlns:a16="http://schemas.microsoft.com/office/drawing/2014/main" id="{DFF0420E-2A86-40C9-B029-85251E63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8573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1×2 DoF</a:t>
            </a:r>
          </a:p>
          <a:p xmlns:a="http://schemas.openxmlformats.org/drawingml/2006/main">
            <a:pPr algn="l">
              <a:def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Gripper</a:t>
            </a:r>
          </a:p>
        </p:txBody>
      </p:sp>
      <p:sp>
        <p:nvSpPr>
          <p:cNvPr id="68" name="callout-base">
            <a:extLst xmlns:a="http://schemas.openxmlformats.org/drawingml/2006/main">
              <a:ext uri="{FF2B5EF4-FFF2-40B4-BE49-F238E27FC236}">
                <a16:creationId xmlns:a16="http://schemas.microsoft.com/office/drawing/2014/main" id="{0D1D92BA-D798-401D-AADE-6157B36F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66975"/>
            <a:ext cx="866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3 DoF Base</a:t>
            </a:r>
          </a:p>
        </p:txBody>
      </p:sp>
      <p:sp>
        <p:nvSpPr>
          <p:cNvPr id="69" name="callout-arm">
            <a:extLst xmlns:a="http://schemas.openxmlformats.org/drawingml/2006/main">
              <a:ext uri="{FF2B5EF4-FFF2-40B4-BE49-F238E27FC236}">
                <a16:creationId xmlns:a16="http://schemas.microsoft.com/office/drawing/2014/main" id="{5E73D2E6-2E93-4C35-9EF5-A4B45857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24075"/>
            <a:ext cx="647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6×2 DoF</a:t>
            </a:r>
          </a:p>
          <a:p xmlns:a="http://schemas.openxmlformats.org/drawingml/2006/main">
            <a:pPr algn="l">
              <a:def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050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Dual Arm</a:t>
            </a:r>
          </a:p>
        </p:txBody>
      </p:sp>
      <p:sp>
        <p:nvSpPr>
          <p:cNvPr id="70" name="callout-cams">
            <a:extLst xmlns:a="http://schemas.openxmlformats.org/drawingml/2006/main">
              <a:ext uri="{FF2B5EF4-FFF2-40B4-BE49-F238E27FC236}">
                <a16:creationId xmlns:a16="http://schemas.microsoft.com/office/drawing/2014/main" id="{C113324C-FD2C-4C43-AF7D-EA53F4D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162050"/>
            <a:ext cx="61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Left/Right</a:t>
            </a:r>
          </a:p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/Top</a:t>
            </a:r>
          </a:p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Cameras</a:t>
            </a:r>
          </a:p>
        </p:txBody>
      </p:sp>
      <p:sp>
        <p:nvSpPr>
          <p:cNvPr id="71" name="gripper-leader">
            <a:extLst xmlns:a="http://schemas.openxmlformats.org/drawingml/2006/main">
              <a:ext uri="{FF2B5EF4-FFF2-40B4-BE49-F238E27FC236}">
                <a16:creationId xmlns:a16="http://schemas.microsoft.com/office/drawing/2014/main" id="{2C479808-A40E-4564-BF64-A22F0FA8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71675"/>
            <a:ext cx="276225" cy="-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B7F4"/>
            </a:solidFill>
            <a:prstDash val="solid"/>
          </a:ln>
        </p:spPr>
      </p:sp>
      <p:sp>
        <p:nvSpPr>
          <p:cNvPr id="72" name="base-leader">
            <a:extLst xmlns:a="http://schemas.openxmlformats.org/drawingml/2006/main">
              <a:ext uri="{FF2B5EF4-FFF2-40B4-BE49-F238E27FC236}">
                <a16:creationId xmlns:a16="http://schemas.microsoft.com/office/drawing/2014/main" id="{6FC93CCF-1990-4033-8DE8-87A9D431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0507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B7F4"/>
            </a:solidFill>
            <a:prstDash val="solid"/>
          </a:ln>
        </p:spPr>
      </p:sp>
      <p:sp>
        <p:nvSpPr>
          <p:cNvPr id="73" name="arm-leader">
            <a:extLst xmlns:a="http://schemas.openxmlformats.org/drawingml/2006/main">
              <a:ext uri="{FF2B5EF4-FFF2-40B4-BE49-F238E27FC236}">
                <a16:creationId xmlns:a16="http://schemas.microsoft.com/office/drawing/2014/main" id="{53ADE9EC-9694-48B4-940A-67DBC53A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57375"/>
            <a:ext cx="390525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B7F4"/>
            </a:solidFill>
            <a:prstDash val="solid"/>
          </a:ln>
        </p:spPr>
      </p:sp>
      <p:sp>
        <p:nvSpPr>
          <p:cNvPr id="74" name="camera-leader">
            <a:extLst xmlns:a="http://schemas.openxmlformats.org/drawingml/2006/main">
              <a:ext uri="{FF2B5EF4-FFF2-40B4-BE49-F238E27FC236}">
                <a16:creationId xmlns:a16="http://schemas.microsoft.com/office/drawing/2014/main" id="{52E58549-C12C-4510-B483-9CCDF528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228725"/>
            <a:ext cx="3524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B7F4"/>
            </a:solidFill>
            <a:prstDash val="solid"/>
          </a:ln>
        </p:spPr>
      </p:sp>
      <p:sp>
        <p:nvSpPr>
          <p:cNvPr id="75" name="asset-cabinet-card">
            <a:extLst xmlns:a="http://schemas.openxmlformats.org/drawingml/2006/main">
              <a:ext uri="{FF2B5EF4-FFF2-40B4-BE49-F238E27FC236}">
                <a16:creationId xmlns:a16="http://schemas.microsoft.com/office/drawing/2014/main" id="{B20A9983-D6D1-4D68-999F-8860F149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c2067fcc44ece">
            <a:extLst>
              <a:ext uri="{96DAC541-7B7A-43D3-8B79-37D633B846F1}">
                <asvg:svgBlip xmlns:asvg="http://schemas.microsoft.com/office/drawing/2016/SVG/main" r:embed="R9ea33737702d46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7" name="asset-chair-card">
            <a:extLst xmlns:a="http://schemas.openxmlformats.org/drawingml/2006/main">
              <a:ext uri="{FF2B5EF4-FFF2-40B4-BE49-F238E27FC236}">
                <a16:creationId xmlns:a16="http://schemas.microsoft.com/office/drawing/2014/main" id="{1ED112CF-1403-4EBA-8124-1FDEBEE3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3e83ca0cf4f88">
            <a:extLst>
              <a:ext uri="{96DAC541-7B7A-43D3-8B79-37D633B846F1}">
                <asvg:svgBlip xmlns:asvg="http://schemas.microsoft.com/office/drawing/2016/SVG/main" r:embed="R3e79558c56e94f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9" name="asset-table-card">
            <a:extLst xmlns:a="http://schemas.openxmlformats.org/drawingml/2006/main">
              <a:ext uri="{FF2B5EF4-FFF2-40B4-BE49-F238E27FC236}">
                <a16:creationId xmlns:a16="http://schemas.microsoft.com/office/drawing/2014/main" id="{1EB91093-94CD-49E6-B124-9AACA87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43a1754224f0d">
            <a:extLst>
              <a:ext uri="{96DAC541-7B7A-43D3-8B79-37D633B846F1}">
                <asvg:svgBlip xmlns:asvg="http://schemas.microsoft.com/office/drawing/2016/SVG/main" r:embed="R60d604b4d9fd49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3352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1" name="scene-more-card">
            <a:extLst xmlns:a="http://schemas.openxmlformats.org/drawingml/2006/main">
              <a:ext uri="{FF2B5EF4-FFF2-40B4-BE49-F238E27FC236}">
                <a16:creationId xmlns:a16="http://schemas.microsoft.com/office/drawing/2014/main" id="{408C0249-B539-4767-A4BB-E46C665B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14650"/>
            <a:ext cx="428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sp>
        <p:nvSpPr>
          <p:cNvPr id="82" name="scene-more">
            <a:extLst xmlns:a="http://schemas.openxmlformats.org/drawingml/2006/main">
              <a:ext uri="{FF2B5EF4-FFF2-40B4-BE49-F238E27FC236}">
                <a16:creationId xmlns:a16="http://schemas.microsoft.com/office/drawing/2014/main" id="{DD2C3745-85B2-414F-BC5B-9B3B1C9B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43225"/>
            <a:ext cx="352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1769E8"/>
                </a:solidFill>
                <a:latin typeface="Century Gothic"/>
                <a:ea typeface="Century Gothic"/>
                <a:cs typeface="Century Gothic"/>
              </a:rPr>
              <a:t>•••</a:t>
            </a:r>
          </a:p>
        </p:txBody>
      </p:sp>
      <p:sp>
        <p:nvSpPr>
          <p:cNvPr id="83" name="asset-arm-card">
            <a:extLst xmlns:a="http://schemas.openxmlformats.org/drawingml/2006/main">
              <a:ext uri="{FF2B5EF4-FFF2-40B4-BE49-F238E27FC236}">
                <a16:creationId xmlns:a16="http://schemas.microsoft.com/office/drawing/2014/main" id="{F234229A-9C90-4937-91BE-B023D6E8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79ac7a47246b6">
            <a:extLst>
              <a:ext uri="{96DAC541-7B7A-43D3-8B79-37D633B846F1}">
                <asvg:svgBlip xmlns:asvg="http://schemas.microsoft.com/office/drawing/2016/SVG/main" r:embed="R35a51169874846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2892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5" name="asset-camera-card">
            <a:extLst xmlns:a="http://schemas.openxmlformats.org/drawingml/2006/main">
              <a:ext uri="{FF2B5EF4-FFF2-40B4-BE49-F238E27FC236}">
                <a16:creationId xmlns:a16="http://schemas.microsoft.com/office/drawing/2014/main" id="{226D556C-1E3C-431C-865B-9A66E61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c21163a9a4c78">
            <a:extLst>
              <a:ext uri="{96DAC541-7B7A-43D3-8B79-37D633B846F1}">
                <asvg:svgBlip xmlns:asvg="http://schemas.microsoft.com/office/drawing/2016/SVG/main" r:embed="Rfe4111c411b44a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137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7" name="asset-blocks-card">
            <a:extLst xmlns:a="http://schemas.openxmlformats.org/drawingml/2006/main">
              <a:ext uri="{FF2B5EF4-FFF2-40B4-BE49-F238E27FC236}">
                <a16:creationId xmlns:a16="http://schemas.microsoft.com/office/drawing/2014/main" id="{CE6A8D3B-5F98-45AC-8EE2-A14DF71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457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pic>
        <p:nvPicPr>
          <p:cNvPr id="3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91eaf037340b2">
            <a:extLst>
              <a:ext uri="{96DAC541-7B7A-43D3-8B79-37D633B846F1}">
                <asvg:svgBlip xmlns:asvg="http://schemas.microsoft.com/office/drawing/2016/SVG/main" r:embed="R8d2c0b962a4947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33825" y="29813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9" name="robot-more-card">
            <a:extLst xmlns:a="http://schemas.openxmlformats.org/drawingml/2006/main">
              <a:ext uri="{FF2B5EF4-FFF2-40B4-BE49-F238E27FC236}">
                <a16:creationId xmlns:a16="http://schemas.microsoft.com/office/drawing/2014/main" id="{5F428F82-B6F5-4AE7-BF73-2897CDB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4286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7FE"/>
          </a:solidFill>
          <a:ln xmlns:a="http://schemas.openxmlformats.org/drawingml/2006/main" w="14288">
            <a:solidFill>
              <a:srgbClr val="BCD9F9"/>
            </a:solidFill>
            <a:prstDash val="solid"/>
          </a:ln>
        </p:spPr>
      </p:sp>
      <p:sp>
        <p:nvSpPr>
          <p:cNvPr id="90" name="robot-more">
            <a:extLst xmlns:a="http://schemas.openxmlformats.org/drawingml/2006/main">
              <a:ext uri="{FF2B5EF4-FFF2-40B4-BE49-F238E27FC236}">
                <a16:creationId xmlns:a16="http://schemas.microsoft.com/office/drawing/2014/main" id="{A55D69BB-BEBD-4D11-BEB7-556F98A0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43225"/>
            <a:ext cx="352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E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1769E8"/>
                </a:solidFill>
                <a:latin typeface="Century Gothic"/>
                <a:ea typeface="Century Gothic"/>
                <a:cs typeface="Century Gothic"/>
              </a:rPr>
              <a:t>•••</a:t>
            </a:r>
          </a:p>
        </p:txBody>
      </p:sp>
      <p:sp>
        <p:nvSpPr>
          <p:cNvPr id="91" name="generalization-card">
            <a:extLst xmlns:a="http://schemas.openxmlformats.org/drawingml/2006/main">
              <a:ext uri="{FF2B5EF4-FFF2-40B4-BE49-F238E27FC236}">
                <a16:creationId xmlns:a16="http://schemas.microsoft.com/office/drawing/2014/main" id="{ED9979FA-A3C4-47DF-84AC-274D93F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62450"/>
            <a:ext cx="885825" cy="23050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C6DDF5"/>
            </a:solidFill>
            <a:prstDash val="solid"/>
          </a:ln>
        </p:spPr>
      </p:sp>
      <p:sp>
        <p:nvSpPr>
          <p:cNvPr id="92" name="capability-card">
            <a:extLst xmlns:a="http://schemas.openxmlformats.org/drawingml/2006/main">
              <a:ext uri="{FF2B5EF4-FFF2-40B4-BE49-F238E27FC236}">
                <a16:creationId xmlns:a16="http://schemas.microsoft.com/office/drawing/2014/main" id="{B9B95E2B-E1C3-4F85-A356-F63936B4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62450"/>
            <a:ext cx="361950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2A079"/>
            </a:solidFill>
            <a:prstDash val="solid"/>
          </a:ln>
        </p:spPr>
      </p:sp>
      <p:pic>
        <p:nvPicPr>
          <p:cNvPr id="3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24500715646b0">
            <a:extLst>
              <a:ext uri="{96DAC541-7B7A-43D3-8B79-37D633B846F1}">
                <asvg:svgBlip xmlns:asvg="http://schemas.microsoft.com/office/drawing/2016/SVG/main" r:embed="R13ceb9e7f41d47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4438650"/>
            <a:ext cx="419100" cy="371475"/>
          </a:xfrm>
          <a:prstGeom xmlns:a="http://schemas.openxmlformats.org/drawingml/2006/main" prst="rect">
            <a:avLst/>
          </a:prstGeom>
        </p:spPr>
      </p:pic>
      <p:sp>
        <p:nvSpPr>
          <p:cNvPr id="94" name="generalize-background-label">
            <a:extLst xmlns:a="http://schemas.openxmlformats.org/drawingml/2006/main">
              <a:ext uri="{FF2B5EF4-FFF2-40B4-BE49-F238E27FC236}">
                <a16:creationId xmlns:a16="http://schemas.microsoft.com/office/drawing/2014/main" id="{118FC0D7-CACD-4D34-BBB2-8A2FF977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720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Background</a:t>
            </a:r>
          </a:p>
        </p:txBody>
      </p:sp>
      <p:pic>
        <p:nvPicPr>
          <p:cNvPr id="3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9ae2ee8a14a16">
            <a:extLst>
              <a:ext uri="{96DAC541-7B7A-43D3-8B79-37D633B846F1}">
                <asvg:svgBlip xmlns:asvg="http://schemas.microsoft.com/office/drawing/2016/SVG/main" r:embed="R676323cae86a4d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4962525"/>
            <a:ext cx="419100" cy="371475"/>
          </a:xfrm>
          <a:prstGeom xmlns:a="http://schemas.openxmlformats.org/drawingml/2006/main" prst="rect">
            <a:avLst/>
          </a:prstGeom>
        </p:spPr>
      </p:pic>
      <p:sp>
        <p:nvSpPr>
          <p:cNvPr id="96" name="generalize-object-label">
            <a:extLst xmlns:a="http://schemas.openxmlformats.org/drawingml/2006/main">
              <a:ext uri="{FF2B5EF4-FFF2-40B4-BE49-F238E27FC236}">
                <a16:creationId xmlns:a16="http://schemas.microsoft.com/office/drawing/2014/main" id="{504AE224-B0FF-4651-AC87-DAA000C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95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Object</a:t>
            </a:r>
          </a:p>
        </p:txBody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3ad2181064833">
            <a:extLst>
              <a:ext uri="{96DAC541-7B7A-43D3-8B79-37D633B846F1}">
                <asvg:svgBlip xmlns:asvg="http://schemas.microsoft.com/office/drawing/2016/SVG/main" r:embed="R55b63f68e5da4c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5486400"/>
            <a:ext cx="419100" cy="371475"/>
          </a:xfrm>
          <a:prstGeom xmlns:a="http://schemas.openxmlformats.org/drawingml/2006/main" prst="rect">
            <a:avLst/>
          </a:prstGeom>
        </p:spPr>
      </p:pic>
      <p:sp>
        <p:nvSpPr>
          <p:cNvPr id="98" name="generalize-instruction-label">
            <a:extLst xmlns:a="http://schemas.openxmlformats.org/drawingml/2006/main">
              <a:ext uri="{FF2B5EF4-FFF2-40B4-BE49-F238E27FC236}">
                <a16:creationId xmlns:a16="http://schemas.microsoft.com/office/drawing/2014/main" id="{0F0AB558-6588-499D-BD78-F2329D88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8197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Instruction</a:t>
            </a:r>
          </a:p>
        </p:txBody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7c68290bb4c5c">
            <a:extLst>
              <a:ext uri="{96DAC541-7B7A-43D3-8B79-37D633B846F1}">
                <asvg:svgBlip xmlns:asvg="http://schemas.microsoft.com/office/drawing/2016/SVG/main" r:embed="R1466211cc54e43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6250" y="6010275"/>
            <a:ext cx="419100" cy="371475"/>
          </a:xfrm>
          <a:prstGeom xmlns:a="http://schemas.openxmlformats.org/drawingml/2006/main" prst="rect">
            <a:avLst/>
          </a:prstGeom>
        </p:spPr>
      </p:pic>
      <p:sp>
        <p:nvSpPr>
          <p:cNvPr id="100" name="generalize-mix-label">
            <a:extLst xmlns:a="http://schemas.openxmlformats.org/drawingml/2006/main">
              <a:ext uri="{FF2B5EF4-FFF2-40B4-BE49-F238E27FC236}">
                <a16:creationId xmlns:a16="http://schemas.microsoft.com/office/drawing/2014/main" id="{A11F306B-A8A3-4D5B-8F34-A2DE3DE4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Mix</a:t>
            </a:r>
          </a:p>
        </p:txBody>
      </p:sp>
      <p:sp>
        <p:nvSpPr>
          <p:cNvPr id="101" name="Mode-icon-bg-1">
            <a:extLst xmlns:a="http://schemas.openxmlformats.org/drawingml/2006/main">
              <a:ext uri="{FF2B5EF4-FFF2-40B4-BE49-F238E27FC236}">
                <a16:creationId xmlns:a16="http://schemas.microsoft.com/office/drawing/2014/main" id="{AAA2DB2A-6264-4143-BF47-4970D56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005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70a1a52c74491">
            <a:extLst>
              <a:ext uri="{96DAC541-7B7A-43D3-8B79-37D633B846F1}">
                <asvg:svgBlip xmlns:asvg="http://schemas.microsoft.com/office/drawing/2016/SVG/main" r:embed="R941ede8f875148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47800" y="46958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Mode-icon-bg-2">
            <a:extLst xmlns:a="http://schemas.openxmlformats.org/drawingml/2006/main">
              <a:ext uri="{FF2B5EF4-FFF2-40B4-BE49-F238E27FC236}">
                <a16:creationId xmlns:a16="http://schemas.microsoft.com/office/drawing/2014/main" id="{06F45889-5BE8-4C22-A575-BE71864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340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9725b65774118">
            <a:extLst>
              <a:ext uri="{96DAC541-7B7A-43D3-8B79-37D633B846F1}">
                <asvg:svgBlip xmlns:asvg="http://schemas.microsoft.com/office/drawing/2016/SVG/main" r:embed="R15654f6c7ad3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47800" y="5629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5" name="Mode-label">
            <a:extLst xmlns:a="http://schemas.openxmlformats.org/drawingml/2006/main">
              <a:ext uri="{FF2B5EF4-FFF2-40B4-BE49-F238E27FC236}">
                <a16:creationId xmlns:a16="http://schemas.microsoft.com/office/drawing/2014/main" id="{1C9889C5-30C6-428E-9429-4C2AC1B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Mode</a:t>
            </a:r>
          </a:p>
        </p:txBody>
      </p:sp>
      <p:sp>
        <p:nvSpPr>
          <p:cNvPr id="106" name="cap-divider-1">
            <a:extLst xmlns:a="http://schemas.openxmlformats.org/drawingml/2006/main">
              <a:ext uri="{FF2B5EF4-FFF2-40B4-BE49-F238E27FC236}">
                <a16:creationId xmlns:a16="http://schemas.microsoft.com/office/drawing/2014/main" id="{CEB99E7F-0A86-442E-8A6B-84EE1E4A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76750"/>
            <a:ext cx="0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0BCA3"/>
            </a:solidFill>
            <a:prstDash val="dash"/>
          </a:ln>
        </p:spPr>
      </p:sp>
      <p:sp>
        <p:nvSpPr>
          <p:cNvPr id="107" name="Skill-icon-bg-1">
            <a:extLst xmlns:a="http://schemas.openxmlformats.org/drawingml/2006/main">
              <a:ext uri="{FF2B5EF4-FFF2-40B4-BE49-F238E27FC236}">
                <a16:creationId xmlns:a16="http://schemas.microsoft.com/office/drawing/2014/main" id="{42027397-FC86-4A13-9C0C-DCA2814D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243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368c71cfe46a4">
            <a:extLst>
              <a:ext uri="{96DAC541-7B7A-43D3-8B79-37D633B846F1}">
                <asvg:svgBlip xmlns:asvg="http://schemas.microsoft.com/office/drawing/2016/SVG/main" r:embed="R6ffac61ebbe34f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46196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9" name="Skill-icon-bg-2">
            <a:extLst xmlns:a="http://schemas.openxmlformats.org/drawingml/2006/main">
              <a:ext uri="{FF2B5EF4-FFF2-40B4-BE49-F238E27FC236}">
                <a16:creationId xmlns:a16="http://schemas.microsoft.com/office/drawing/2014/main" id="{B6F7C7C9-0CB9-4BCE-92ED-0B965B6F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f5aa0a7104a6b">
            <a:extLst>
              <a:ext uri="{96DAC541-7B7A-43D3-8B79-37D633B846F1}">
                <asvg:svgBlip xmlns:asvg="http://schemas.microsoft.com/office/drawing/2016/SVG/main" r:embed="R90a8b87ff9d54b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51911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1" name="Skill-icon-bg-3">
            <a:extLst xmlns:a="http://schemas.openxmlformats.org/drawingml/2006/main">
              <a:ext uri="{FF2B5EF4-FFF2-40B4-BE49-F238E27FC236}">
                <a16:creationId xmlns:a16="http://schemas.microsoft.com/office/drawing/2014/main" id="{1715ABAC-92ED-466B-8567-8DAF128A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673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b10316b4742cc">
            <a:extLst>
              <a:ext uri="{96DAC541-7B7A-43D3-8B79-37D633B846F1}">
                <asvg:svgBlip xmlns:asvg="http://schemas.microsoft.com/office/drawing/2016/SVG/main" r:embed="R18e7039ee99f42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95500" y="57626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3" name="Skill-label">
            <a:extLst xmlns:a="http://schemas.openxmlformats.org/drawingml/2006/main">
              <a:ext uri="{FF2B5EF4-FFF2-40B4-BE49-F238E27FC236}">
                <a16:creationId xmlns:a16="http://schemas.microsoft.com/office/drawing/2014/main" id="{F6A6393C-C9A5-4655-8D00-50374E7F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Skill</a:t>
            </a:r>
          </a:p>
        </p:txBody>
      </p:sp>
      <p:sp>
        <p:nvSpPr>
          <p:cNvPr id="114" name="cap-divider-2">
            <a:extLst xmlns:a="http://schemas.openxmlformats.org/drawingml/2006/main">
              <a:ext uri="{FF2B5EF4-FFF2-40B4-BE49-F238E27FC236}">
                <a16:creationId xmlns:a16="http://schemas.microsoft.com/office/drawing/2014/main" id="{69D175B6-1A97-4964-B01D-DD9BEDA7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0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0BCA3"/>
            </a:solidFill>
            <a:prstDash val="dash"/>
          </a:ln>
        </p:spPr>
      </p:sp>
      <p:sp>
        <p:nvSpPr>
          <p:cNvPr id="115" name="Precision-icon-bg-1">
            <a:extLst xmlns:a="http://schemas.openxmlformats.org/drawingml/2006/main">
              <a:ext uri="{FF2B5EF4-FFF2-40B4-BE49-F238E27FC236}">
                <a16:creationId xmlns:a16="http://schemas.microsoft.com/office/drawing/2014/main" id="{7F652CE5-627D-4362-BCC6-974F0255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005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02f5b4dee4c45">
            <a:extLst>
              <a:ext uri="{96DAC541-7B7A-43D3-8B79-37D633B846F1}">
                <asvg:svgBlip xmlns:asvg="http://schemas.microsoft.com/office/drawing/2016/SVG/main" r:embed="R64c4f14876d145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43200" y="46958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7" name="Precision-icon-bg-2">
            <a:extLst xmlns:a="http://schemas.openxmlformats.org/drawingml/2006/main">
              <a:ext uri="{FF2B5EF4-FFF2-40B4-BE49-F238E27FC236}">
                <a16:creationId xmlns:a16="http://schemas.microsoft.com/office/drawing/2014/main" id="{C7FA46A0-E23A-4BBD-867C-25895AD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340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2063e24a942fa">
            <a:extLst>
              <a:ext uri="{96DAC541-7B7A-43D3-8B79-37D633B846F1}">
                <asvg:svgBlip xmlns:asvg="http://schemas.microsoft.com/office/drawing/2016/SVG/main" r:embed="Re17d255e0bf74f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43200" y="5629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9" name="Precision-label">
            <a:extLst xmlns:a="http://schemas.openxmlformats.org/drawingml/2006/main">
              <a:ext uri="{FF2B5EF4-FFF2-40B4-BE49-F238E27FC236}">
                <a16:creationId xmlns:a16="http://schemas.microsoft.com/office/drawing/2014/main" id="{A5001BD5-66DF-4B84-9F95-CC86431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3436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63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Precision</a:t>
            </a:r>
          </a:p>
        </p:txBody>
      </p:sp>
      <p:sp>
        <p:nvSpPr>
          <p:cNvPr id="120" name="cap-divider-3">
            <a:extLst xmlns:a="http://schemas.openxmlformats.org/drawingml/2006/main">
              <a:ext uri="{FF2B5EF4-FFF2-40B4-BE49-F238E27FC236}">
                <a16:creationId xmlns:a16="http://schemas.microsoft.com/office/drawing/2014/main" id="{C326350E-0F8A-4D23-AF96-6CE1C801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0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0BCA3"/>
            </a:solidFill>
            <a:prstDash val="dash"/>
          </a:ln>
        </p:spPr>
      </p:sp>
      <p:sp>
        <p:nvSpPr>
          <p:cNvPr id="121" name="Scene-icon-bg-1">
            <a:extLst xmlns:a="http://schemas.openxmlformats.org/drawingml/2006/main">
              <a:ext uri="{FF2B5EF4-FFF2-40B4-BE49-F238E27FC236}">
                <a16:creationId xmlns:a16="http://schemas.microsoft.com/office/drawing/2014/main" id="{A3E3BDCB-0F4C-41D3-BB6D-16BEE704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243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f2034df6740ed">
            <a:extLst>
              <a:ext uri="{96DAC541-7B7A-43D3-8B79-37D633B846F1}">
                <asvg:svgBlip xmlns:asvg="http://schemas.microsoft.com/office/drawing/2016/SVG/main" r:embed="Rd548fd331ddf45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46196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3" name="Scene-icon-bg-2">
            <a:extLst xmlns:a="http://schemas.openxmlformats.org/drawingml/2006/main">
              <a:ext uri="{FF2B5EF4-FFF2-40B4-BE49-F238E27FC236}">
                <a16:creationId xmlns:a16="http://schemas.microsoft.com/office/drawing/2014/main" id="{C761908F-528E-4028-90B5-C489FC58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958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e9d9eb9c1461b">
            <a:extLst>
              <a:ext uri="{96DAC541-7B7A-43D3-8B79-37D633B846F1}">
                <asvg:svgBlip xmlns:asvg="http://schemas.microsoft.com/office/drawing/2016/SVG/main" r:embed="R2a69fe60cac443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51911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5" name="Scene-icon-bg-3">
            <a:extLst xmlns:a="http://schemas.openxmlformats.org/drawingml/2006/main">
              <a:ext uri="{FF2B5EF4-FFF2-40B4-BE49-F238E27FC236}">
                <a16:creationId xmlns:a16="http://schemas.microsoft.com/office/drawing/2014/main" id="{AE533236-D4A6-4B7F-B10A-74F6B6B0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673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41519889a4b4c">
            <a:extLst>
              <a:ext uri="{96DAC541-7B7A-43D3-8B79-37D633B846F1}">
                <asvg:svgBlip xmlns:asvg="http://schemas.microsoft.com/office/drawing/2016/SVG/main" r:embed="R4a23c91f95214e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90900" y="57626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7" name="Scene-label">
            <a:extLst xmlns:a="http://schemas.openxmlformats.org/drawingml/2006/main">
              <a:ext uri="{FF2B5EF4-FFF2-40B4-BE49-F238E27FC236}">
                <a16:creationId xmlns:a16="http://schemas.microsoft.com/office/drawing/2014/main" id="{882015C5-06F1-43B8-89CD-4C0C8747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Scene</a:t>
            </a:r>
          </a:p>
        </p:txBody>
      </p:sp>
      <p:sp>
        <p:nvSpPr>
          <p:cNvPr id="128" name="cap-divider-4">
            <a:extLst xmlns:a="http://schemas.openxmlformats.org/drawingml/2006/main">
              <a:ext uri="{FF2B5EF4-FFF2-40B4-BE49-F238E27FC236}">
                <a16:creationId xmlns:a16="http://schemas.microsoft.com/office/drawing/2014/main" id="{DE7098EA-EE47-4122-AB0B-13617AC6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476750"/>
            <a:ext cx="0" cy="1914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0BCA3"/>
            </a:solidFill>
            <a:prstDash val="dash"/>
          </a:ln>
        </p:spPr>
      </p:sp>
      <p:sp>
        <p:nvSpPr>
          <p:cNvPr id="129" name="Horizon-icon-bg-1">
            <a:extLst xmlns:a="http://schemas.openxmlformats.org/drawingml/2006/main">
              <a:ext uri="{FF2B5EF4-FFF2-40B4-BE49-F238E27FC236}">
                <a16:creationId xmlns:a16="http://schemas.microsoft.com/office/drawing/2014/main" id="{BABA8F61-96BC-4915-A345-BC2C5F2B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60057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9b17eeb2849d0">
            <a:extLst>
              <a:ext uri="{96DAC541-7B7A-43D3-8B79-37D633B846F1}">
                <asvg:svgBlip xmlns:asvg="http://schemas.microsoft.com/office/drawing/2016/SVG/main" r:embed="R8c750852581e41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46958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31" name="Horizon-icon-bg-2">
            <a:extLst xmlns:a="http://schemas.openxmlformats.org/drawingml/2006/main">
              <a:ext uri="{FF2B5EF4-FFF2-40B4-BE49-F238E27FC236}">
                <a16:creationId xmlns:a16="http://schemas.microsoft.com/office/drawing/2014/main" id="{7CC9910D-AA36-4EEE-B541-9E5D21F9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34025"/>
            <a:ext cx="5334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10478">
            <a:solidFill>
              <a:srgbClr val="C8D3DB"/>
            </a:solidFill>
            <a:prstDash val="dash"/>
          </a:ln>
        </p:spPr>
      </p:sp>
      <p:pic>
        <p:nvPicPr>
          <p:cNvPr id="3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783be9f4441ae">
            <a:extLst>
              <a:ext uri="{96DAC541-7B7A-43D3-8B79-37D633B846F1}">
                <asvg:svgBlip xmlns:asvg="http://schemas.microsoft.com/office/drawing/2016/SVG/main" r:embed="R807c383074a441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56292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33" name="Horizon-label">
            <a:extLst xmlns:a="http://schemas.openxmlformats.org/drawingml/2006/main">
              <a:ext uri="{FF2B5EF4-FFF2-40B4-BE49-F238E27FC236}">
                <a16:creationId xmlns:a16="http://schemas.microsoft.com/office/drawing/2014/main" id="{DC2577F0-B462-498B-B852-1129635B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3436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1">
                <a:solidFill>
                  <a:srgbClr val="101318"/>
                </a:solidFill>
                <a:latin typeface="Century Gothic"/>
                <a:ea typeface="Century Gothic"/>
                <a:cs typeface="Century Gothic"/>
              </a:rPr>
              <a:t>Horizon</a:t>
            </a:r>
          </a:p>
        </p:txBody>
      </p:sp>
      <p:sp>
        <p:nvSpPr>
          <p:cNvPr id="134" name="generalization-count">
            <a:extLst xmlns:a="http://schemas.openxmlformats.org/drawingml/2006/main">
              <a:ext uri="{FF2B5EF4-FFF2-40B4-BE49-F238E27FC236}">
                <a16:creationId xmlns:a16="http://schemas.microsoft.com/office/drawing/2014/main" id="{E84F036C-A336-4A19-881A-8798AF3B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7246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4 Generalize</a:t>
            </a:r>
          </a:p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Dimensions</a:t>
            </a:r>
          </a:p>
        </p:txBody>
      </p:sp>
      <p:sp>
        <p:nvSpPr>
          <p:cNvPr id="135" name="times-1">
            <a:extLst xmlns:a="http://schemas.openxmlformats.org/drawingml/2006/main">
              <a:ext uri="{FF2B5EF4-FFF2-40B4-BE49-F238E27FC236}">
                <a16:creationId xmlns:a16="http://schemas.microsoft.com/office/drawing/2014/main" id="{98F6367D-6526-4915-BB85-12B9452E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762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9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×</a:t>
            </a:r>
          </a:p>
        </p:txBody>
      </p:sp>
      <p:sp>
        <p:nvSpPr>
          <p:cNvPr id="136" name="capability-count">
            <a:extLst xmlns:a="http://schemas.openxmlformats.org/drawingml/2006/main">
              <a:ext uri="{FF2B5EF4-FFF2-40B4-BE49-F238E27FC236}">
                <a16:creationId xmlns:a16="http://schemas.microsoft.com/office/drawing/2014/main" id="{AEBFCB03-4D7B-4CD3-8CA8-A286FB11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6724650"/>
            <a:ext cx="128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5 Capability</a:t>
            </a:r>
          </a:p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Axes</a:t>
            </a:r>
          </a:p>
        </p:txBody>
      </p:sp>
      <p:sp>
        <p:nvSpPr>
          <p:cNvPr id="137" name="times-2">
            <a:extLst xmlns:a="http://schemas.openxmlformats.org/drawingml/2006/main">
              <a:ext uri="{FF2B5EF4-FFF2-40B4-BE49-F238E27FC236}">
                <a16:creationId xmlns:a16="http://schemas.microsoft.com/office/drawing/2014/main" id="{E988A68C-0C37-4CA0-9202-974DC2D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7627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9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×</a:t>
            </a:r>
          </a:p>
        </p:txBody>
      </p:sp>
      <p:sp>
        <p:nvSpPr>
          <p:cNvPr id="138" name="tasks-count">
            <a:extLst xmlns:a="http://schemas.openxmlformats.org/drawingml/2006/main">
              <a:ext uri="{FF2B5EF4-FFF2-40B4-BE49-F238E27FC236}">
                <a16:creationId xmlns:a16="http://schemas.microsoft.com/office/drawing/2014/main" id="{D6EFB7EC-91BC-4E3F-83D6-AB62ECD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7246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26 Diverse</a:t>
            </a:r>
          </a:p>
          <a:p xmlns:a="http://schemas.openxmlformats.org/drawingml/2006/main">
            <a:pPr algn="ctr">
              <a:def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Tasks</a:t>
            </a:r>
          </a:p>
        </p:txBody>
      </p:sp>
      <p:sp>
        <p:nvSpPr>
          <p:cNvPr id="139" name="teleoperation-header">
            <a:extLst xmlns:a="http://schemas.openxmlformats.org/drawingml/2006/main">
              <a:ext uri="{FF2B5EF4-FFF2-40B4-BE49-F238E27FC236}">
                <a16:creationId xmlns:a16="http://schemas.microsoft.com/office/drawing/2014/main" id="{95332472-593B-4B77-A615-69E439F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1450"/>
            <a:ext cx="7477125" cy="5715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teleoperation-header-square">
            <a:extLst xmlns:a="http://schemas.openxmlformats.org/drawingml/2006/main">
              <a:ext uri="{FF2B5EF4-FFF2-40B4-BE49-F238E27FC236}">
                <a16:creationId xmlns:a16="http://schemas.microsoft.com/office/drawing/2014/main" id="{59282F75-E328-4349-B801-27AF76A8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"/>
            <a:ext cx="74771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fb9fd7e9149b9">
            <a:extLst>
              <a:ext uri="{96DAC541-7B7A-43D3-8B79-37D633B846F1}">
                <asvg:svgBlip xmlns:asvg="http://schemas.microsoft.com/office/drawing/2016/SVG/main" r:embed="R260fa196e1454a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2762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2" name="teleoperation-title">
            <a:extLst xmlns:a="http://schemas.openxmlformats.org/drawingml/2006/main">
              <a:ext uri="{FF2B5EF4-FFF2-40B4-BE49-F238E27FC236}">
                <a16:creationId xmlns:a16="http://schemas.microsoft.com/office/drawing/2014/main" id="{90463A1A-FDB7-4E35-9F2D-AABD74F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81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Teleoperation</a:t>
            </a:r>
          </a:p>
        </p:txBody>
      </p:sp>
      <p:sp>
        <p:nvSpPr>
          <p:cNvPr id="143" name="teleoperation-subtitle">
            <a:extLst xmlns:a="http://schemas.openxmlformats.org/drawingml/2006/main">
              <a:ext uri="{FF2B5EF4-FFF2-40B4-BE49-F238E27FC236}">
                <a16:creationId xmlns:a16="http://schemas.microsoft.com/office/drawing/2014/main" id="{09E20237-D46C-4BEC-B136-0B547D3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6195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7 Tasks · Dexterous · Precise</a:t>
            </a:r>
          </a:p>
        </p:txBody>
      </p:sp>
      <p:sp>
        <p:nvSpPr>
          <p:cNvPr id="144" name="motion-header">
            <a:extLst xmlns:a="http://schemas.openxmlformats.org/drawingml/2006/main">
              <a:ext uri="{FF2B5EF4-FFF2-40B4-BE49-F238E27FC236}">
                <a16:creationId xmlns:a16="http://schemas.microsoft.com/office/drawing/2014/main" id="{90D52379-5DFA-450A-A79A-1C6E7619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28875"/>
            <a:ext cx="7477125" cy="5715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motion-header-square">
            <a:extLst xmlns:a="http://schemas.openxmlformats.org/drawingml/2006/main">
              <a:ext uri="{FF2B5EF4-FFF2-40B4-BE49-F238E27FC236}">
                <a16:creationId xmlns:a16="http://schemas.microsoft.com/office/drawing/2014/main" id="{9A5B4119-216E-421A-850E-6F3E5E3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74771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80081584f45cb">
            <a:extLst>
              <a:ext uri="{96DAC541-7B7A-43D3-8B79-37D633B846F1}">
                <asvg:svgBlip xmlns:asvg="http://schemas.microsoft.com/office/drawing/2016/SVG/main" r:embed="R36edd7f914b443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25336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47" name="motion-title">
            <a:extLst xmlns:a="http://schemas.openxmlformats.org/drawingml/2006/main">
              <a:ext uri="{FF2B5EF4-FFF2-40B4-BE49-F238E27FC236}">
                <a16:creationId xmlns:a16="http://schemas.microsoft.com/office/drawing/2014/main" id="{9F8761E1-B9A9-4E87-93CB-A67D582D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955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Motion Planning</a:t>
            </a:r>
          </a:p>
        </p:txBody>
      </p:sp>
      <p:sp>
        <p:nvSpPr>
          <p:cNvPr id="148" name="motion-subtitle">
            <a:extLst xmlns:a="http://schemas.openxmlformats.org/drawingml/2006/main">
              <a:ext uri="{FF2B5EF4-FFF2-40B4-BE49-F238E27FC236}">
                <a16:creationId xmlns:a16="http://schemas.microsoft.com/office/drawing/2014/main" id="{C70B455B-289C-4DEB-9D25-0134BE83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193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19 Tasks · Mobile · Long Horizon</a:t>
            </a:r>
          </a:p>
        </p:txBody>
      </p:sp>
      <p:sp>
        <p:nvSpPr>
          <p:cNvPr id="149" name="datasets-header">
            <a:extLst xmlns:a="http://schemas.openxmlformats.org/drawingml/2006/main">
              <a:ext uri="{FF2B5EF4-FFF2-40B4-BE49-F238E27FC236}">
                <a16:creationId xmlns:a16="http://schemas.microsoft.com/office/drawing/2014/main" id="{CB25AE55-5AD6-4491-B3DA-BD099209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76775"/>
            <a:ext cx="7477125" cy="5715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atasets-header-square">
            <a:extLst xmlns:a="http://schemas.openxmlformats.org/drawingml/2006/main">
              <a:ext uri="{FF2B5EF4-FFF2-40B4-BE49-F238E27FC236}">
                <a16:creationId xmlns:a16="http://schemas.microsoft.com/office/drawing/2014/main" id="{982CB534-56FA-453E-9DA5-A115B72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48250"/>
            <a:ext cx="74771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7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ac9a7000f43ad">
            <a:extLst>
              <a:ext uri="{96DAC541-7B7A-43D3-8B79-37D633B846F1}">
                <asvg:svgBlip xmlns:asvg="http://schemas.microsoft.com/office/drawing/2016/SVG/main" r:embed="R060b173e6ec140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76900" y="478155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52" name="datasets-title">
            <a:extLst xmlns:a="http://schemas.openxmlformats.org/drawingml/2006/main">
              <a:ext uri="{FF2B5EF4-FFF2-40B4-BE49-F238E27FC236}">
                <a16:creationId xmlns:a16="http://schemas.microsoft.com/office/drawing/2014/main" id="{F102DD44-D2BF-4B5A-B5EA-E8308138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434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400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Datasets</a:t>
            </a:r>
          </a:p>
        </p:txBody>
      </p:sp>
      <p:sp>
        <p:nvSpPr>
          <p:cNvPr id="153" name="datasets-subtitle">
            <a:extLst xmlns:a="http://schemas.openxmlformats.org/drawingml/2006/main">
              <a:ext uri="{FF2B5EF4-FFF2-40B4-BE49-F238E27FC236}">
                <a16:creationId xmlns:a16="http://schemas.microsoft.com/office/drawing/2014/main" id="{24CF8B75-1B24-4C97-87B7-C1070964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672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13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13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9,874,994 Frames  /  6,600 Episodes  /  91.4 Hrs</a:t>
            </a:r>
          </a:p>
        </p:txBody>
      </p:sp>
      <p:pic>
        <p:nvPicPr>
          <p:cNvPr id="4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32604e9ed46cc">
            <a:extLst>
              <a:ext uri="{96DAC541-7B7A-43D3-8B79-37D633B846F1}">
                <asvg:svgBlip xmlns:asvg="http://schemas.microsoft.com/office/drawing/2016/SVG/main" r:embed="R4306d8734f2847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81650" y="762000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55" name="tele-separator-1">
            <a:extLst xmlns:a="http://schemas.openxmlformats.org/drawingml/2006/main">
              <a:ext uri="{FF2B5EF4-FFF2-40B4-BE49-F238E27FC236}">
                <a16:creationId xmlns:a16="http://schemas.microsoft.com/office/drawing/2014/main" id="{7F3398D4-2216-4F6D-83FF-D3C38F78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62000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0dac943e74760">
            <a:extLst>
              <a:ext uri="{96DAC541-7B7A-43D3-8B79-37D633B846F1}">
                <asvg:svgBlip xmlns:asvg="http://schemas.microsoft.com/office/drawing/2016/SVG/main" r:embed="Rbadcd226784242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4738" y="762000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57" name="tele-separator-2">
            <a:extLst xmlns:a="http://schemas.openxmlformats.org/drawingml/2006/main">
              <a:ext uri="{FF2B5EF4-FFF2-40B4-BE49-F238E27FC236}">
                <a16:creationId xmlns:a16="http://schemas.microsoft.com/office/drawing/2014/main" id="{0A460115-9B33-4D73-A315-EDFB0DED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762000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f5742ec4e40ac">
            <a:extLst>
              <a:ext uri="{96DAC541-7B7A-43D3-8B79-37D633B846F1}">
                <asvg:svgBlip xmlns:asvg="http://schemas.microsoft.com/office/drawing/2016/SVG/main" r:embed="R5507ef15a636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67825" y="762000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59" name="tele-separator-3">
            <a:extLst xmlns:a="http://schemas.openxmlformats.org/drawingml/2006/main">
              <a:ext uri="{FF2B5EF4-FFF2-40B4-BE49-F238E27FC236}">
                <a16:creationId xmlns:a16="http://schemas.microsoft.com/office/drawing/2014/main" id="{0E2C97BA-8F58-4DD9-A264-F0E77B5A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62000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d54271c544f67">
            <a:extLst>
              <a:ext uri="{96DAC541-7B7A-43D3-8B79-37D633B846F1}">
                <asvg:svgBlip xmlns:asvg="http://schemas.microsoft.com/office/drawing/2016/SVG/main" r:embed="R53777ed7ea6e4c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10913" y="762000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61" name="flow-anchor-29">
            <a:extLst xmlns:a="http://schemas.openxmlformats.org/drawingml/2006/main">
              <a:ext uri="{FF2B5EF4-FFF2-40B4-BE49-F238E27FC236}">
                <a16:creationId xmlns:a16="http://schemas.microsoft.com/office/drawing/2014/main" id="{7DDD680D-5084-426F-BFE0-AE2E4CAF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2" name="flow-anchor-30">
            <a:extLst xmlns:a="http://schemas.openxmlformats.org/drawingml/2006/main">
              <a:ext uri="{FF2B5EF4-FFF2-40B4-BE49-F238E27FC236}">
                <a16:creationId xmlns:a16="http://schemas.microsoft.com/office/drawing/2014/main" id="{1775FDC2-4A2E-4D77-BC3A-E2847A4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7" name=""/>
          <p:cNvCxnSpPr>
            <a:stCxn xmlns:a="http://schemas.openxmlformats.org/drawingml/2006/main" id="161" idx="6"/>
            <a:endCxn xmlns:a="http://schemas.openxmlformats.org/drawingml/2006/main" id="162" idx="2"/>
          </p:cNvCxnSpPr>
          <p:nvPr/>
        </p:nvCxnSpPr>
        <p:spPr>
          <a:xfrm xmlns:a="http://schemas.openxmlformats.org/drawingml/2006/main">
            <a:off x="6000750" y="21621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164" name="tele-step-1">
            <a:extLst xmlns:a="http://schemas.openxmlformats.org/drawingml/2006/main">
              <a:ext uri="{FF2B5EF4-FFF2-40B4-BE49-F238E27FC236}">
                <a16:creationId xmlns:a16="http://schemas.microsoft.com/office/drawing/2014/main" id="{747BBF94-F732-4770-8805-47B4512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962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5" name="tele-step-label-1">
            <a:extLst xmlns:a="http://schemas.openxmlformats.org/drawingml/2006/main">
              <a:ext uri="{FF2B5EF4-FFF2-40B4-BE49-F238E27FC236}">
                <a16:creationId xmlns:a16="http://schemas.microsoft.com/office/drawing/2014/main" id="{F37064DC-44D1-45EC-9916-B81F8BE1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166" name="flow-anchor-31">
            <a:extLst xmlns:a="http://schemas.openxmlformats.org/drawingml/2006/main">
              <a:ext uri="{FF2B5EF4-FFF2-40B4-BE49-F238E27FC236}">
                <a16:creationId xmlns:a16="http://schemas.microsoft.com/office/drawing/2014/main" id="{427568B6-5145-44C1-BB35-6A66E933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flow-anchor-32">
            <a:extLst xmlns:a="http://schemas.openxmlformats.org/drawingml/2006/main">
              <a:ext uri="{FF2B5EF4-FFF2-40B4-BE49-F238E27FC236}">
                <a16:creationId xmlns:a16="http://schemas.microsoft.com/office/drawing/2014/main" id="{73D2DE8A-8B49-4D2D-9ACE-131755A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2" name=""/>
          <p:cNvCxnSpPr>
            <a:stCxn xmlns:a="http://schemas.openxmlformats.org/drawingml/2006/main" id="166" idx="6"/>
            <a:endCxn xmlns:a="http://schemas.openxmlformats.org/drawingml/2006/main" id="167" idx="2"/>
          </p:cNvCxnSpPr>
          <p:nvPr/>
        </p:nvCxnSpPr>
        <p:spPr>
          <a:xfrm xmlns:a="http://schemas.openxmlformats.org/drawingml/2006/main">
            <a:off x="7843838" y="21621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169" name="tele-step-2">
            <a:extLst xmlns:a="http://schemas.openxmlformats.org/drawingml/2006/main">
              <a:ext uri="{FF2B5EF4-FFF2-40B4-BE49-F238E27FC236}">
                <a16:creationId xmlns:a16="http://schemas.microsoft.com/office/drawing/2014/main" id="{357D0F12-A075-492B-9460-8EE2BBF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1962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0" name="tele-step-label-2">
            <a:extLst xmlns:a="http://schemas.openxmlformats.org/drawingml/2006/main">
              <a:ext uri="{FF2B5EF4-FFF2-40B4-BE49-F238E27FC236}">
                <a16:creationId xmlns:a16="http://schemas.microsoft.com/office/drawing/2014/main" id="{E2C93338-8856-4845-BD24-A6ADAFF5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171" name="flow-anchor-33">
            <a:extLst xmlns:a="http://schemas.openxmlformats.org/drawingml/2006/main">
              <a:ext uri="{FF2B5EF4-FFF2-40B4-BE49-F238E27FC236}">
                <a16:creationId xmlns:a16="http://schemas.microsoft.com/office/drawing/2014/main" id="{FD4F4E0D-EBB1-4710-BF5A-5EAC3E3F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2" name="flow-anchor-34">
            <a:extLst xmlns:a="http://schemas.openxmlformats.org/drawingml/2006/main">
              <a:ext uri="{FF2B5EF4-FFF2-40B4-BE49-F238E27FC236}">
                <a16:creationId xmlns:a16="http://schemas.microsoft.com/office/drawing/2014/main" id="{8EBC6049-9C62-4B47-AF53-2AD9C7E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7" name=""/>
          <p:cNvCxnSpPr>
            <a:stCxn xmlns:a="http://schemas.openxmlformats.org/drawingml/2006/main" id="171" idx="6"/>
            <a:endCxn xmlns:a="http://schemas.openxmlformats.org/drawingml/2006/main" id="172" idx="2"/>
          </p:cNvCxnSpPr>
          <p:nvPr/>
        </p:nvCxnSpPr>
        <p:spPr>
          <a:xfrm xmlns:a="http://schemas.openxmlformats.org/drawingml/2006/main">
            <a:off x="9686925" y="21621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174" name="tele-step-3">
            <a:extLst xmlns:a="http://schemas.openxmlformats.org/drawingml/2006/main">
              <a:ext uri="{FF2B5EF4-FFF2-40B4-BE49-F238E27FC236}">
                <a16:creationId xmlns:a16="http://schemas.microsoft.com/office/drawing/2014/main" id="{940EAF67-4B38-4CA3-80F7-62EFC6E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5" name="tele-step-label-3">
            <a:extLst xmlns:a="http://schemas.openxmlformats.org/drawingml/2006/main">
              <a:ext uri="{FF2B5EF4-FFF2-40B4-BE49-F238E27FC236}">
                <a16:creationId xmlns:a16="http://schemas.microsoft.com/office/drawing/2014/main" id="{03926709-5431-4B57-AE47-E4AB5AE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176" name="tele-step-4">
            <a:extLst xmlns:a="http://schemas.openxmlformats.org/drawingml/2006/main">
              <a:ext uri="{FF2B5EF4-FFF2-40B4-BE49-F238E27FC236}">
                <a16:creationId xmlns:a16="http://schemas.microsoft.com/office/drawing/2014/main" id="{E7EC9FD1-F23C-4558-86CE-2412D271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488" y="19621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7" name="tele-step-label-4">
            <a:extLst xmlns:a="http://schemas.openxmlformats.org/drawingml/2006/main">
              <a:ext uri="{FF2B5EF4-FFF2-40B4-BE49-F238E27FC236}">
                <a16:creationId xmlns:a16="http://schemas.microsoft.com/office/drawing/2014/main" id="{E9B11514-5F1C-4A1C-8688-AF6EC597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488" y="1962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178" name="flow-anchor-35">
            <a:extLst xmlns:a="http://schemas.openxmlformats.org/drawingml/2006/main">
              <a:ext uri="{FF2B5EF4-FFF2-40B4-BE49-F238E27FC236}">
                <a16:creationId xmlns:a16="http://schemas.microsoft.com/office/drawing/2014/main" id="{6601BEEA-DCFE-4D70-88AF-C78FC15C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9" name="flow-anchor-36">
            <a:extLst xmlns:a="http://schemas.openxmlformats.org/drawingml/2006/main">
              <a:ext uri="{FF2B5EF4-FFF2-40B4-BE49-F238E27FC236}">
                <a16:creationId xmlns:a16="http://schemas.microsoft.com/office/drawing/2014/main" id="{C08F7C80-3A17-464B-94C3-294C065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14312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4" name=""/>
          <p:cNvCxnSpPr>
            <a:stCxn xmlns:a="http://schemas.openxmlformats.org/drawingml/2006/main" id="178" idx="6"/>
            <a:endCxn xmlns:a="http://schemas.openxmlformats.org/drawingml/2006/main" id="179" idx="2"/>
          </p:cNvCxnSpPr>
          <p:nvPr/>
        </p:nvCxnSpPr>
        <p:spPr>
          <a:xfrm xmlns:a="http://schemas.openxmlformats.org/drawingml/2006/main">
            <a:off x="11544300" y="2162175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95e8d3a3d48cb">
            <a:extLst>
              <a:ext uri="{96DAC541-7B7A-43D3-8B79-37D633B846F1}">
                <asvg:svgBlip xmlns:asvg="http://schemas.microsoft.com/office/drawing/2016/SVG/main" r:embed="R3488ab6d6e4a4c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81650" y="3019425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82" name="motion-separator-1">
            <a:extLst xmlns:a="http://schemas.openxmlformats.org/drawingml/2006/main">
              <a:ext uri="{FF2B5EF4-FFF2-40B4-BE49-F238E27FC236}">
                <a16:creationId xmlns:a16="http://schemas.microsoft.com/office/drawing/2014/main" id="{AB03D820-A56E-419D-B770-7001EC40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19425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038ec1c2a4759">
            <a:extLst>
              <a:ext uri="{96DAC541-7B7A-43D3-8B79-37D633B846F1}">
                <asvg:svgBlip xmlns:asvg="http://schemas.microsoft.com/office/drawing/2016/SVG/main" r:embed="Re51f618bf38546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4738" y="3019425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84" name="motion-separator-2">
            <a:extLst xmlns:a="http://schemas.openxmlformats.org/drawingml/2006/main">
              <a:ext uri="{FF2B5EF4-FFF2-40B4-BE49-F238E27FC236}">
                <a16:creationId xmlns:a16="http://schemas.microsoft.com/office/drawing/2014/main" id="{C9F5ECE6-6D36-49F4-BBF4-D6A896A3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19425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1ebef1dfe4eaf">
            <a:extLst>
              <a:ext uri="{96DAC541-7B7A-43D3-8B79-37D633B846F1}">
                <asvg:svgBlip xmlns:asvg="http://schemas.microsoft.com/office/drawing/2016/SVG/main" r:embed="Rb7ba91ecd5b54f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67825" y="3019425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86" name="motion-separator-3">
            <a:extLst xmlns:a="http://schemas.openxmlformats.org/drawingml/2006/main">
              <a:ext uri="{FF2B5EF4-FFF2-40B4-BE49-F238E27FC236}">
                <a16:creationId xmlns:a16="http://schemas.microsoft.com/office/drawing/2014/main" id="{8CCE97F0-D27A-431E-9FD8-23C0854B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019425"/>
            <a:ext cx="285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fbc915bf0407f">
            <a:extLst>
              <a:ext uri="{96DAC541-7B7A-43D3-8B79-37D633B846F1}">
                <asvg:svgBlip xmlns:asvg="http://schemas.microsoft.com/office/drawing/2016/SVG/main" r:embed="R738af958c84c49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10913" y="3019425"/>
            <a:ext cx="1843088" cy="1352550"/>
          </a:xfrm>
          <a:prstGeom xmlns:a="http://schemas.openxmlformats.org/drawingml/2006/main" prst="rect">
            <a:avLst/>
          </a:prstGeom>
        </p:spPr>
      </p:pic>
      <p:sp>
        <p:nvSpPr>
          <p:cNvPr id="188" name="flow-anchor-37">
            <a:extLst xmlns:a="http://schemas.openxmlformats.org/drawingml/2006/main">
              <a:ext uri="{FF2B5EF4-FFF2-40B4-BE49-F238E27FC236}">
                <a16:creationId xmlns:a16="http://schemas.microsoft.com/office/drawing/2014/main" id="{4052DC6E-EBE6-4A1A-95D3-9D0A3802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9" name="flow-anchor-38">
            <a:extLst xmlns:a="http://schemas.openxmlformats.org/drawingml/2006/main">
              <a:ext uri="{FF2B5EF4-FFF2-40B4-BE49-F238E27FC236}">
                <a16:creationId xmlns:a16="http://schemas.microsoft.com/office/drawing/2014/main" id="{FE7EFAB0-7DE2-4E11-8947-DCD3A337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4" name=""/>
          <p:cNvCxnSpPr>
            <a:stCxn xmlns:a="http://schemas.openxmlformats.org/drawingml/2006/main" id="188" idx="6"/>
            <a:endCxn xmlns:a="http://schemas.openxmlformats.org/drawingml/2006/main" id="189" idx="2"/>
          </p:cNvCxnSpPr>
          <p:nvPr/>
        </p:nvCxnSpPr>
        <p:spPr>
          <a:xfrm xmlns:a="http://schemas.openxmlformats.org/drawingml/2006/main">
            <a:off x="6000750" y="4419600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191" name="motion-step-1">
            <a:extLst xmlns:a="http://schemas.openxmlformats.org/drawingml/2006/main">
              <a:ext uri="{FF2B5EF4-FFF2-40B4-BE49-F238E27FC236}">
                <a16:creationId xmlns:a16="http://schemas.microsoft.com/office/drawing/2014/main" id="{8C8BC55D-2DEC-4FBF-AEFA-A1608222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195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2" name="motion-step-label-1">
            <a:extLst xmlns:a="http://schemas.openxmlformats.org/drawingml/2006/main">
              <a:ext uri="{FF2B5EF4-FFF2-40B4-BE49-F238E27FC236}">
                <a16:creationId xmlns:a16="http://schemas.microsoft.com/office/drawing/2014/main" id="{F64C4D77-199F-46FF-8E3B-790EB4DC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195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193" name="flow-anchor-39">
            <a:extLst xmlns:a="http://schemas.openxmlformats.org/drawingml/2006/main">
              <a:ext uri="{FF2B5EF4-FFF2-40B4-BE49-F238E27FC236}">
                <a16:creationId xmlns:a16="http://schemas.microsoft.com/office/drawing/2014/main" id="{505ABC33-225E-4FA4-8462-BC769AF8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5738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4" name="flow-anchor-40">
            <a:extLst xmlns:a="http://schemas.openxmlformats.org/drawingml/2006/main">
              <a:ext uri="{FF2B5EF4-FFF2-40B4-BE49-F238E27FC236}">
                <a16:creationId xmlns:a16="http://schemas.microsoft.com/office/drawing/2014/main" id="{6D46CCD5-11B4-48A3-8DB1-BF463213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9" name=""/>
          <p:cNvCxnSpPr>
            <a:stCxn xmlns:a="http://schemas.openxmlformats.org/drawingml/2006/main" id="193" idx="6"/>
            <a:endCxn xmlns:a="http://schemas.openxmlformats.org/drawingml/2006/main" id="194" idx="2"/>
          </p:cNvCxnSpPr>
          <p:nvPr/>
        </p:nvCxnSpPr>
        <p:spPr>
          <a:xfrm xmlns:a="http://schemas.openxmlformats.org/drawingml/2006/main">
            <a:off x="7843838" y="4419600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196" name="motion-step-2">
            <a:extLst xmlns:a="http://schemas.openxmlformats.org/drawingml/2006/main">
              <a:ext uri="{FF2B5EF4-FFF2-40B4-BE49-F238E27FC236}">
                <a16:creationId xmlns:a16="http://schemas.microsoft.com/office/drawing/2014/main" id="{47B902DC-140E-4637-BB86-1A215DDD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42195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7" name="motion-step-label-2">
            <a:extLst xmlns:a="http://schemas.openxmlformats.org/drawingml/2006/main">
              <a:ext uri="{FF2B5EF4-FFF2-40B4-BE49-F238E27FC236}">
                <a16:creationId xmlns:a16="http://schemas.microsoft.com/office/drawing/2014/main" id="{BE883256-90CE-41D7-99B6-C96CE6AA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3" y="42195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198" name="flow-anchor-41">
            <a:extLst xmlns:a="http://schemas.openxmlformats.org/drawingml/2006/main">
              <a:ext uri="{FF2B5EF4-FFF2-40B4-BE49-F238E27FC236}">
                <a16:creationId xmlns:a16="http://schemas.microsoft.com/office/drawing/2014/main" id="{3BB363F1-4D55-42DB-924A-99F44D6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9" name="flow-anchor-42">
            <a:extLst xmlns:a="http://schemas.openxmlformats.org/drawingml/2006/main">
              <a:ext uri="{FF2B5EF4-FFF2-40B4-BE49-F238E27FC236}">
                <a16:creationId xmlns:a16="http://schemas.microsoft.com/office/drawing/2014/main" id="{BD4F1D6B-95AD-4C94-A5F0-091EF49D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4" name=""/>
          <p:cNvCxnSpPr>
            <a:stCxn xmlns:a="http://schemas.openxmlformats.org/drawingml/2006/main" id="198" idx="6"/>
            <a:endCxn xmlns:a="http://schemas.openxmlformats.org/drawingml/2006/main" id="199" idx="2"/>
          </p:cNvCxnSpPr>
          <p:nvPr/>
        </p:nvCxnSpPr>
        <p:spPr>
          <a:xfrm xmlns:a="http://schemas.openxmlformats.org/drawingml/2006/main">
            <a:off x="9686925" y="4419600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sp>
        <p:nvSpPr>
          <p:cNvPr id="201" name="motion-step-3">
            <a:extLst xmlns:a="http://schemas.openxmlformats.org/drawingml/2006/main">
              <a:ext uri="{FF2B5EF4-FFF2-40B4-BE49-F238E27FC236}">
                <a16:creationId xmlns:a16="http://schemas.microsoft.com/office/drawing/2014/main" id="{308FE273-62B3-4D94-9F4C-1426834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95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2" name="motion-step-label-3">
            <a:extLst xmlns:a="http://schemas.openxmlformats.org/drawingml/2006/main">
              <a:ext uri="{FF2B5EF4-FFF2-40B4-BE49-F238E27FC236}">
                <a16:creationId xmlns:a16="http://schemas.microsoft.com/office/drawing/2014/main" id="{3E45EB03-3733-420F-B102-05506AC9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95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203" name="motion-step-4">
            <a:extLst xmlns:a="http://schemas.openxmlformats.org/drawingml/2006/main">
              <a:ext uri="{FF2B5EF4-FFF2-40B4-BE49-F238E27FC236}">
                <a16:creationId xmlns:a16="http://schemas.microsoft.com/office/drawing/2014/main" id="{FAC03064-C9C6-4377-9F94-486DBCD0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488" y="42195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57D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4" name="motion-step-label-4">
            <a:extLst xmlns:a="http://schemas.openxmlformats.org/drawingml/2006/main">
              <a:ext uri="{FF2B5EF4-FFF2-40B4-BE49-F238E27FC236}">
                <a16:creationId xmlns:a16="http://schemas.microsoft.com/office/drawing/2014/main" id="{BF55A335-5AC7-4267-98E2-29F90948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9488" y="42195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205" name="flow-anchor-43">
            <a:extLst xmlns:a="http://schemas.openxmlformats.org/drawingml/2006/main">
              <a:ext uri="{FF2B5EF4-FFF2-40B4-BE49-F238E27FC236}">
                <a16:creationId xmlns:a16="http://schemas.microsoft.com/office/drawing/2014/main" id="{191DED44-5237-4911-9CA4-848C2980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6" name="flow-anchor-44">
            <a:extLst xmlns:a="http://schemas.openxmlformats.org/drawingml/2006/main">
              <a:ext uri="{FF2B5EF4-FFF2-40B4-BE49-F238E27FC236}">
                <a16:creationId xmlns:a16="http://schemas.microsoft.com/office/drawing/2014/main" id="{84CE6736-0F3F-4BDB-94A9-4AC4722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00550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1" name=""/>
          <p:cNvCxnSpPr>
            <a:stCxn xmlns:a="http://schemas.openxmlformats.org/drawingml/2006/main" id="205" idx="6"/>
            <a:endCxn xmlns:a="http://schemas.openxmlformats.org/drawingml/2006/main" id="206" idx="2"/>
          </p:cNvCxnSpPr>
          <p:nvPr/>
        </p:nvCxnSpPr>
        <p:spPr>
          <a:xfrm xmlns:a="http://schemas.openxmlformats.org/drawingml/2006/main">
            <a:off x="11544300" y="44196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0757D9"/>
            </a:solidFill>
            <a:prstDash val="dash"/>
            <a:round/>
            <a:tailEnd type="triangle" w="med" len="med"/>
          </a:ln>
        </p:spPr>
      </p:cxnSp>
      <p:pic>
        <p:nvPicPr>
          <p:cNvPr id="4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79243b4384cf1">
            <a:extLst>
              <a:ext uri="{96DAC541-7B7A-43D3-8B79-37D633B846F1}">
                <asvg:svgBlip xmlns:asvg="http://schemas.microsoft.com/office/drawing/2016/SVG/main" r:embed="R6d06884ca04243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8263" y="3076575"/>
            <a:ext cx="190500" cy="762000"/>
          </a:xfrm>
          <a:prstGeom xmlns:a="http://schemas.openxmlformats.org/drawingml/2006/main" prst="rect">
            <a:avLst/>
          </a:prstGeom>
        </p:spPr>
      </p:pic>
      <p:pic>
        <p:nvPicPr>
          <p:cNvPr id="4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1a1ddd6f34004">
            <a:extLst>
              <a:ext uri="{96DAC541-7B7A-43D3-8B79-37D633B846F1}">
                <asvg:svgBlip xmlns:asvg="http://schemas.microsoft.com/office/drawing/2016/SVG/main" r:embed="R2063034f3d3141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00700" y="5334000"/>
            <a:ext cx="7324725" cy="1781175"/>
          </a:xfrm>
          <a:prstGeom xmlns:a="http://schemas.openxmlformats.org/drawingml/2006/main" prst="roundRect">
            <a:avLst>
              <a:gd name="adj" fmla="val 5348"/>
            </a:avLst>
          </a:prstGeom>
        </p:spPr>
      </p:pic>
      <p:sp>
        <p:nvSpPr>
          <p:cNvPr id="210" name="dataset-format-banner">
            <a:extLst xmlns:a="http://schemas.openxmlformats.org/drawingml/2006/main">
              <a:ext uri="{FF2B5EF4-FFF2-40B4-BE49-F238E27FC236}">
                <a16:creationId xmlns:a16="http://schemas.microsoft.com/office/drawing/2014/main" id="{A00E6AB5-4B09-4E02-8960-18C1888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334125"/>
            <a:ext cx="245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ataset-format-label">
            <a:extLst xmlns:a="http://schemas.openxmlformats.org/drawingml/2006/main">
              <a:ext uri="{FF2B5EF4-FFF2-40B4-BE49-F238E27FC236}">
                <a16:creationId xmlns:a16="http://schemas.microsoft.com/office/drawing/2014/main" id="{4E9069FF-27EC-49A4-A2F6-89A77AA2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448425"/>
            <a:ext cx="149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88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88" b="1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Dataset Hub</a:t>
            </a:r>
          </a:p>
        </p:txBody>
      </p:sp>
      <p:pic>
        <p:nvPicPr>
          <p:cNvPr id="4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4e4fed9744538">
            <a:extLst>
              <a:ext uri="{96DAC541-7B7A-43D3-8B79-37D633B846F1}">
                <asvg:svgBlip xmlns:asvg="http://schemas.microsoft.com/office/drawing/2016/SVG/main" r:embed="Rd66319c37d3d48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96150" y="6400800"/>
            <a:ext cx="628650" cy="619125"/>
          </a:xfrm>
          <a:prstGeom xmlns:a="http://schemas.openxmlformats.org/drawingml/2006/main" prst="rect">
            <a:avLst/>
          </a:prstGeom>
        </p:spPr>
      </p:pic>
      <p:sp>
        <p:nvSpPr>
          <p:cNvPr id="213" name="server-left-group">
            <a:extLst xmlns:a="http://schemas.openxmlformats.org/drawingml/2006/main">
              <a:ext uri="{FF2B5EF4-FFF2-40B4-BE49-F238E27FC236}">
                <a16:creationId xmlns:a16="http://schemas.microsoft.com/office/drawing/2014/main" id="{6C8A2D03-32F3-4154-9341-CB31611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819150"/>
            <a:ext cx="1381125" cy="2390775"/>
          </a:xfrm>
          <a:prstGeom xmlns:a="http://schemas.openxmlformats.org/drawingml/2006/main" prst="roundRect">
            <a:avLst>
              <a:gd name="adj" fmla="val 1172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B497E5"/>
            </a:solidFill>
            <a:prstDash val="dash"/>
          </a:ln>
        </p:spPr>
      </p:sp>
      <p:sp>
        <p:nvSpPr>
          <p:cNvPr id="214" name="server-right-group">
            <a:extLst xmlns:a="http://schemas.openxmlformats.org/drawingml/2006/main">
              <a:ext uri="{FF2B5EF4-FFF2-40B4-BE49-F238E27FC236}">
                <a16:creationId xmlns:a16="http://schemas.microsoft.com/office/drawing/2014/main" id="{A327E7CF-007F-4E95-87EF-576223DE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5425" y="819150"/>
            <a:ext cx="1104900" cy="2390775"/>
          </a:xfrm>
          <a:prstGeom xmlns:a="http://schemas.openxmlformats.org/drawingml/2006/main" prst="roundRect">
            <a:avLst>
              <a:gd name="adj" fmla="val 14655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B497E5"/>
            </a:solidFill>
            <a:prstDash val="dash"/>
          </a:ln>
        </p:spPr>
      </p:sp>
      <p:sp>
        <p:nvSpPr>
          <p:cNvPr id="215" name="metrics-card">
            <a:extLst xmlns:a="http://schemas.openxmlformats.org/drawingml/2006/main">
              <a:ext uri="{FF2B5EF4-FFF2-40B4-BE49-F238E27FC236}">
                <a16:creationId xmlns:a16="http://schemas.microsoft.com/office/drawing/2014/main" id="{C7CA5BFC-5811-44D7-8A2E-315EE7B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95350"/>
            <a:ext cx="1257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88AD9"/>
            </a:solidFill>
            <a:prstDash val="solid"/>
          </a:ln>
        </p:spPr>
      </p:sp>
      <p:sp>
        <p:nvSpPr>
          <p:cNvPr id="216" name="metrics-title">
            <a:extLst xmlns:a="http://schemas.openxmlformats.org/drawingml/2006/main">
              <a:ext uri="{FF2B5EF4-FFF2-40B4-BE49-F238E27FC236}">
                <a16:creationId xmlns:a16="http://schemas.microsoft.com/office/drawing/2014/main" id="{A697AC2F-7FD6-44A2-B549-682F66AB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981075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Metrics</a:t>
            </a:r>
          </a:p>
        </p:txBody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ed34e989e46f1">
            <a:extLst>
              <a:ext uri="{96DAC541-7B7A-43D3-8B79-37D633B846F1}">
                <asvg:svgBlip xmlns:asvg="http://schemas.microsoft.com/office/drawing/2016/SVG/main" r:embed="Rb0392225e1da42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954125" y="1304925"/>
            <a:ext cx="371475" cy="371475"/>
          </a:xfrm>
          <a:prstGeom xmlns:a="http://schemas.openxmlformats.org/drawingml/2006/main" prst="rect">
            <a:avLst/>
          </a:prstGeom>
        </p:spPr>
      </p:pic>
      <p:pic>
        <p:nvPicPr>
          <p:cNvPr id="4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46069b2a44cb1">
            <a:extLst>
              <a:ext uri="{96DAC541-7B7A-43D3-8B79-37D633B846F1}">
                <asvg:svgBlip xmlns:asvg="http://schemas.microsoft.com/office/drawing/2016/SVG/main" r:embed="R0e073d55c55b4a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544675" y="1304925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219" name="metric-sr-label">
            <a:extLst xmlns:a="http://schemas.openxmlformats.org/drawingml/2006/main">
              <a:ext uri="{FF2B5EF4-FFF2-40B4-BE49-F238E27FC236}">
                <a16:creationId xmlns:a16="http://schemas.microsoft.com/office/drawing/2014/main" id="{52A0087D-8A44-4CC6-820E-9AF2554D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16668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734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675" b="1">
                <a:solidFill>
                  <a:srgbClr val="27343E"/>
                </a:solidFill>
                <a:latin typeface="Century Gothic"/>
                <a:ea typeface="Century Gothic"/>
                <a:cs typeface="Century Gothic"/>
              </a:rPr>
              <a:t>SR</a:t>
            </a:r>
          </a:p>
        </p:txBody>
      </p:sp>
      <p:sp>
        <p:nvSpPr>
          <p:cNvPr id="220" name="metric-progress-label">
            <a:extLst xmlns:a="http://schemas.openxmlformats.org/drawingml/2006/main">
              <a:ext uri="{FF2B5EF4-FFF2-40B4-BE49-F238E27FC236}">
                <a16:creationId xmlns:a16="http://schemas.microsoft.com/office/drawing/2014/main" id="{9F2F71AE-9F86-4F35-8DC4-3E28D71F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166687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734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675" b="1">
                <a:solidFill>
                  <a:srgbClr val="27343E"/>
                </a:solidFill>
                <a:latin typeface="Century Gothic"/>
                <a:ea typeface="Century Gothic"/>
                <a:cs typeface="Century Gothic"/>
              </a:rPr>
              <a:t>Progress</a:t>
            </a:r>
          </a:p>
        </p:txBody>
      </p:sp>
      <p:sp>
        <p:nvSpPr>
          <p:cNvPr id="221" name="obs-card">
            <a:extLst xmlns:a="http://schemas.openxmlformats.org/drawingml/2006/main">
              <a:ext uri="{FF2B5EF4-FFF2-40B4-BE49-F238E27FC236}">
                <a16:creationId xmlns:a16="http://schemas.microsoft.com/office/drawing/2014/main" id="{242F96D8-2B54-448F-8A8C-4DDA7E1F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2133600"/>
            <a:ext cx="1257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88AD9"/>
            </a:solidFill>
            <a:prstDash val="solid"/>
          </a:ln>
        </p:spPr>
      </p:sp>
      <p:sp>
        <p:nvSpPr>
          <p:cNvPr id="222" name="obs-title">
            <a:extLst xmlns:a="http://schemas.openxmlformats.org/drawingml/2006/main">
              <a:ext uri="{FF2B5EF4-FFF2-40B4-BE49-F238E27FC236}">
                <a16:creationId xmlns:a16="http://schemas.microsoft.com/office/drawing/2014/main" id="{6BC8B8F4-30B0-4865-99AC-B562D21E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209800"/>
            <a:ext cx="99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Obs</a:t>
            </a:r>
          </a:p>
        </p:txBody>
      </p:sp>
      <p:pic>
        <p:nvPicPr>
          <p:cNvPr id="4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5baeceac24a09">
            <a:extLst>
              <a:ext uri="{96DAC541-7B7A-43D3-8B79-37D633B846F1}">
                <asvg:svgBlip xmlns:asvg="http://schemas.microsoft.com/office/drawing/2016/SVG/main" r:embed="R9c4b5237841b4d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954125" y="2600325"/>
            <a:ext cx="409575" cy="323850"/>
          </a:xfrm>
          <a:prstGeom xmlns:a="http://schemas.openxmlformats.org/drawingml/2006/main" prst="rect">
            <a:avLst/>
          </a:prstGeom>
        </p:spPr>
      </p:pic>
      <p:pic>
        <p:nvPicPr>
          <p:cNvPr id="4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45887b8de4ee9">
            <a:extLst>
              <a:ext uri="{96DAC541-7B7A-43D3-8B79-37D633B846F1}">
                <asvg:svgBlip xmlns:asvg="http://schemas.microsoft.com/office/drawing/2016/SVG/main" r:embed="R392d2df86a6049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468475" y="2600325"/>
            <a:ext cx="409575" cy="323850"/>
          </a:xfrm>
          <a:prstGeom xmlns:a="http://schemas.openxmlformats.org/drawingml/2006/main" prst="rect">
            <a:avLst/>
          </a:prstGeom>
        </p:spPr>
      </p:pic>
      <p:sp>
        <p:nvSpPr>
          <p:cNvPr id="225" name="isaac-card">
            <a:extLst xmlns:a="http://schemas.openxmlformats.org/drawingml/2006/main">
              <a:ext uri="{FF2B5EF4-FFF2-40B4-BE49-F238E27FC236}">
                <a16:creationId xmlns:a16="http://schemas.microsoft.com/office/drawing/2014/main" id="{C48C5044-BC82-49D5-8036-C7F47AE5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885825"/>
            <a:ext cx="1323975" cy="2238375"/>
          </a:xfrm>
          <a:prstGeom xmlns:a="http://schemas.openxmlformats.org/drawingml/2006/main" prst="roundRect">
            <a:avLst>
              <a:gd name="adj" fmla="val 71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EDCF8"/>
            </a:solidFill>
            <a:prstDash val="solid"/>
          </a:ln>
        </p:spPr>
      </p:sp>
      <p:sp>
        <p:nvSpPr>
          <p:cNvPr id="226" name="isaac-title">
            <a:extLst xmlns:a="http://schemas.openxmlformats.org/drawingml/2006/main">
              <a:ext uri="{FF2B5EF4-FFF2-40B4-BE49-F238E27FC236}">
                <a16:creationId xmlns:a16="http://schemas.microsoft.com/office/drawing/2014/main" id="{C147BC25-3B28-4680-94B7-EEB58F1D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952500"/>
            <a:ext cx="1209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Isaac Sim</a:t>
            </a:r>
          </a:p>
        </p:txBody>
      </p:sp>
      <p:pic>
        <p:nvPicPr>
          <p:cNvPr id="4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bf417aa3a4dd8">
            <a:extLst>
              <a:ext uri="{96DAC541-7B7A-43D3-8B79-37D633B846F1}">
                <asvg:svgBlip xmlns:asvg="http://schemas.microsoft.com/office/drawing/2016/SVG/main" r:embed="R14380d8984ff4e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363825" y="1257300"/>
            <a:ext cx="1152525" cy="1790700"/>
          </a:xfrm>
          <a:prstGeom xmlns:a="http://schemas.openxmlformats.org/drawingml/2006/main" prst="roundRect">
            <a:avLst>
              <a:gd name="adj" fmla="val 5785"/>
            </a:avLst>
          </a:prstGeom>
        </p:spPr>
      </p:pic>
      <p:sp>
        <p:nvSpPr>
          <p:cNvPr id="228" name="step-card">
            <a:extLst xmlns:a="http://schemas.openxmlformats.org/drawingml/2006/main">
              <a:ext uri="{FF2B5EF4-FFF2-40B4-BE49-F238E27FC236}">
                <a16:creationId xmlns:a16="http://schemas.microsoft.com/office/drawing/2014/main" id="{D86FBA20-F4A5-45F1-A68D-97FE11E7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895350"/>
            <a:ext cx="952500" cy="1000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88AD9"/>
            </a:solidFill>
            <a:prstDash val="solid"/>
          </a:ln>
        </p:spPr>
      </p:sp>
      <p:sp>
        <p:nvSpPr>
          <p:cNvPr id="229" name="step-title">
            <a:extLst xmlns:a="http://schemas.openxmlformats.org/drawingml/2006/main">
              <a:ext uri="{FF2B5EF4-FFF2-40B4-BE49-F238E27FC236}">
                <a16:creationId xmlns:a16="http://schemas.microsoft.com/office/drawing/2014/main" id="{71487A26-7F58-4E8B-B7CB-564D4CC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5925" y="981075"/>
            <a:ext cx="72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757D9"/>
                </a:solidFill>
                <a:latin typeface="Century Gothic"/>
                <a:ea typeface="Century Gothic"/>
                <a:cs typeface="Century Gothic"/>
              </a:rPr>
              <a:t>Step</a:t>
            </a:r>
          </a:p>
        </p:txBody>
      </p:sp>
      <p:pic>
        <p:nvPicPr>
          <p:cNvPr id="4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882292a313407a">
            <a:extLst>
              <a:ext uri="{96DAC541-7B7A-43D3-8B79-37D633B846F1}">
                <asvg:svgBlip xmlns:asvg="http://schemas.microsoft.com/office/drawing/2016/SVG/main" r:embed="R5c63f7ef593a4f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011650" y="1323975"/>
            <a:ext cx="552450" cy="476250"/>
          </a:xfrm>
          <a:prstGeom xmlns:a="http://schemas.openxmlformats.org/drawingml/2006/main" prst="rect">
            <a:avLst/>
          </a:prstGeom>
        </p:spPr>
      </p:pic>
      <p:sp>
        <p:nvSpPr>
          <p:cNvPr id="231" name="action-card">
            <a:extLst xmlns:a="http://schemas.openxmlformats.org/drawingml/2006/main">
              <a:ext uri="{FF2B5EF4-FFF2-40B4-BE49-F238E27FC236}">
                <a16:creationId xmlns:a16="http://schemas.microsoft.com/office/drawing/2014/main" id="{0F2E0669-E583-4116-9F65-9F126D9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2133600"/>
            <a:ext cx="952500" cy="9906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F09A5D"/>
            </a:solidFill>
            <a:prstDash val="solid"/>
          </a:ln>
        </p:spPr>
      </p:sp>
      <p:sp>
        <p:nvSpPr>
          <p:cNvPr id="232" name="action-title">
            <a:extLst xmlns:a="http://schemas.openxmlformats.org/drawingml/2006/main">
              <a:ext uri="{FF2B5EF4-FFF2-40B4-BE49-F238E27FC236}">
                <a16:creationId xmlns:a16="http://schemas.microsoft.com/office/drawing/2014/main" id="{7E031C9A-7B11-4854-B839-6B6C51B8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8775" y="2209800"/>
            <a:ext cx="838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875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E8750B"/>
                </a:solidFill>
                <a:latin typeface="Century Gothic"/>
                <a:ea typeface="Century Gothic"/>
                <a:cs typeface="Century Gothic"/>
              </a:rPr>
              <a:t>Action</a:t>
            </a:r>
          </a:p>
        </p:txBody>
      </p:sp>
      <p:pic>
        <p:nvPicPr>
          <p:cNvPr id="4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104e1da5846bd">
            <a:extLst>
              <a:ext uri="{96DAC541-7B7A-43D3-8B79-37D633B846F1}">
                <asvg:svgBlip xmlns:asvg="http://schemas.microsoft.com/office/drawing/2016/SVG/main" r:embed="R276b207dc61940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973550" y="2543175"/>
            <a:ext cx="600075" cy="514350"/>
          </a:xfrm>
          <a:prstGeom xmlns:a="http://schemas.openxmlformats.org/drawingml/2006/main" prst="rect">
            <a:avLst/>
          </a:prstGeom>
        </p:spPr>
      </p:pic>
      <p:sp>
        <p:nvSpPr>
          <p:cNvPr id="234" name="img-left-card">
            <a:extLst xmlns:a="http://schemas.openxmlformats.org/drawingml/2006/main">
              <a:ext uri="{FF2B5EF4-FFF2-40B4-BE49-F238E27FC236}">
                <a16:creationId xmlns:a16="http://schemas.microsoft.com/office/drawing/2014/main" id="{6FBBE8DF-4A78-43CB-8001-8C0459B0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505325"/>
            <a:ext cx="762000" cy="8763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C9158"/>
            </a:solidFill>
            <a:prstDash val="solid"/>
          </a:ln>
        </p:spPr>
      </p:sp>
      <p:sp>
        <p:nvSpPr>
          <p:cNvPr id="235" name="img-left-title">
            <a:extLst xmlns:a="http://schemas.openxmlformats.org/drawingml/2006/main">
              <a:ext uri="{FF2B5EF4-FFF2-40B4-BE49-F238E27FC236}">
                <a16:creationId xmlns:a16="http://schemas.microsoft.com/office/drawing/2014/main" id="{4D4E93F1-F6B1-4EFE-AE97-7FDB6F42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4572000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C915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>
                <a:solidFill>
                  <a:srgbClr val="2C9158"/>
                </a:solidFill>
                <a:latin typeface="Century Gothic"/>
                <a:ea typeface="Century Gothic"/>
                <a:cs typeface="Century Gothic"/>
              </a:rPr>
              <a:t>Img</a:t>
            </a:r>
          </a:p>
        </p:txBody>
      </p:sp>
      <p:pic>
        <p:nvPicPr>
          <p:cNvPr id="4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781fa697d40b8">
            <a:extLst>
              <a:ext uri="{96DAC541-7B7A-43D3-8B79-37D633B846F1}">
                <asvg:svgBlip xmlns:asvg="http://schemas.microsoft.com/office/drawing/2016/SVG/main" r:embed="Ra280460b993f451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63625" y="4876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37" name="img-right-card">
            <a:extLst xmlns:a="http://schemas.openxmlformats.org/drawingml/2006/main">
              <a:ext uri="{FF2B5EF4-FFF2-40B4-BE49-F238E27FC236}">
                <a16:creationId xmlns:a16="http://schemas.microsoft.com/office/drawing/2014/main" id="{803D1C59-F008-4C3D-B26B-BC9A7354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8950" y="4505325"/>
            <a:ext cx="762000" cy="8763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14288">
            <a:solidFill>
              <a:srgbClr val="2C9158"/>
            </a:solidFill>
            <a:prstDash val="solid"/>
          </a:ln>
        </p:spPr>
      </p:sp>
      <p:sp>
        <p:nvSpPr>
          <p:cNvPr id="238" name="img-right-title">
            <a:extLst xmlns:a="http://schemas.openxmlformats.org/drawingml/2006/main">
              <a:ext uri="{FF2B5EF4-FFF2-40B4-BE49-F238E27FC236}">
                <a16:creationId xmlns:a16="http://schemas.microsoft.com/office/drawing/2014/main" id="{9FEC48DD-7A83-45A2-A017-E8012E6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4572000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C9158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>
                <a:solidFill>
                  <a:srgbClr val="2C9158"/>
                </a:solidFill>
                <a:latin typeface="Century Gothic"/>
                <a:ea typeface="Century Gothic"/>
                <a:cs typeface="Century Gothic"/>
              </a:rPr>
              <a:t>Img</a:t>
            </a:r>
          </a:p>
        </p:txBody>
      </p:sp>
      <p:pic>
        <p:nvPicPr>
          <p:cNvPr id="4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3b900e5874796">
            <a:extLst>
              <a:ext uri="{96DAC541-7B7A-43D3-8B79-37D633B846F1}">
                <asvg:svgBlip xmlns:asvg="http://schemas.microsoft.com/office/drawing/2016/SVG/main" r:embed="Re87395ef822642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649450" y="4876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0" name="text-input-card">
            <a:extLst xmlns:a="http://schemas.openxmlformats.org/drawingml/2006/main">
              <a:ext uri="{FF2B5EF4-FFF2-40B4-BE49-F238E27FC236}">
                <a16:creationId xmlns:a16="http://schemas.microsoft.com/office/drawing/2014/main" id="{63D9665B-7A74-4DCE-9F72-2948ACC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505325"/>
            <a:ext cx="762000" cy="8763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6F2FC"/>
          </a:solidFill>
          <a:ln xmlns:a="http://schemas.openxmlformats.org/drawingml/2006/main" w="14288">
            <a:solidFill>
              <a:srgbClr val="7344C6"/>
            </a:solidFill>
            <a:prstDash val="solid"/>
          </a:ln>
        </p:spPr>
      </p:sp>
      <p:sp>
        <p:nvSpPr>
          <p:cNvPr id="241" name="text-input-title">
            <a:extLst xmlns:a="http://schemas.openxmlformats.org/drawingml/2006/main">
              <a:ext uri="{FF2B5EF4-FFF2-40B4-BE49-F238E27FC236}">
                <a16:creationId xmlns:a16="http://schemas.microsoft.com/office/drawing/2014/main" id="{0EF9503D-C4D6-44D5-BEBA-0ACEA004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572000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344C6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>
                <a:solidFill>
                  <a:srgbClr val="7344C6"/>
                </a:solidFill>
                <a:latin typeface="Century Gothic"/>
                <a:ea typeface="Century Gothic"/>
                <a:cs typeface="Century Gothic"/>
              </a:rPr>
              <a:t>Text</a:t>
            </a:r>
          </a:p>
        </p:txBody>
      </p:sp>
      <p:pic>
        <p:nvPicPr>
          <p:cNvPr id="4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f96fe642140e9">
            <a:extLst>
              <a:ext uri="{96DAC541-7B7A-43D3-8B79-37D633B846F1}">
                <asvg:svgBlip xmlns:asvg="http://schemas.microsoft.com/office/drawing/2016/SVG/main" r:embed="Rff97176f963a4d2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525750" y="4876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3" name="act-left-card">
            <a:extLst xmlns:a="http://schemas.openxmlformats.org/drawingml/2006/main">
              <a:ext uri="{FF2B5EF4-FFF2-40B4-BE49-F238E27FC236}">
                <a16:creationId xmlns:a16="http://schemas.microsoft.com/office/drawing/2014/main" id="{1CDF4B35-F23B-4924-90BC-2967D8DC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775" y="4505325"/>
            <a:ext cx="762000" cy="8763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E8750B"/>
            </a:solidFill>
            <a:prstDash val="solid"/>
          </a:ln>
        </p:spPr>
      </p:sp>
      <p:sp>
        <p:nvSpPr>
          <p:cNvPr id="244" name="act-left-title">
            <a:extLst xmlns:a="http://schemas.openxmlformats.org/drawingml/2006/main">
              <a:ext uri="{FF2B5EF4-FFF2-40B4-BE49-F238E27FC236}">
                <a16:creationId xmlns:a16="http://schemas.microsoft.com/office/drawing/2014/main" id="{F475E735-645B-4A42-B634-452CA5A3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63975" y="4572000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875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>
                <a:solidFill>
                  <a:srgbClr val="E8750B"/>
                </a:solidFill>
                <a:latin typeface="Century Gothic"/>
                <a:ea typeface="Century Gothic"/>
                <a:cs typeface="Century Gothic"/>
              </a:rPr>
              <a:t>ACT</a:t>
            </a:r>
          </a:p>
        </p:txBody>
      </p:sp>
      <p:pic>
        <p:nvPicPr>
          <p:cNvPr id="4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108419a1740a3">
            <a:extLst>
              <a:ext uri="{96DAC541-7B7A-43D3-8B79-37D633B846F1}">
                <asvg:svgBlip xmlns:asvg="http://schemas.microsoft.com/office/drawing/2016/SVG/main" r:embed="R4fef03e0a1964a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678275" y="4876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6" name="act-right-card">
            <a:extLst xmlns:a="http://schemas.openxmlformats.org/drawingml/2006/main">
              <a:ext uri="{FF2B5EF4-FFF2-40B4-BE49-F238E27FC236}">
                <a16:creationId xmlns:a16="http://schemas.microsoft.com/office/drawing/2014/main" id="{E4C59249-9DFA-4C83-B69A-53F356D1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4550" y="4505325"/>
            <a:ext cx="762000" cy="8763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14288">
            <a:solidFill>
              <a:srgbClr val="E8750B"/>
            </a:solidFill>
            <a:prstDash val="solid"/>
          </a:ln>
        </p:spPr>
      </p:sp>
      <p:sp>
        <p:nvSpPr>
          <p:cNvPr id="247" name="act-right-title">
            <a:extLst xmlns:a="http://schemas.openxmlformats.org/drawingml/2006/main">
              <a:ext uri="{FF2B5EF4-FFF2-40B4-BE49-F238E27FC236}">
                <a16:creationId xmlns:a16="http://schemas.microsoft.com/office/drawing/2014/main" id="{50362B09-D560-491D-9037-1002284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4572000"/>
            <a:ext cx="609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875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>
                <a:solidFill>
                  <a:srgbClr val="E8750B"/>
                </a:solidFill>
                <a:latin typeface="Century Gothic"/>
                <a:ea typeface="Century Gothic"/>
                <a:cs typeface="Century Gothic"/>
              </a:rPr>
              <a:t>ACT</a:t>
            </a:r>
          </a:p>
        </p:txBody>
      </p:sp>
      <p:pic>
        <p:nvPicPr>
          <p:cNvPr id="5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630f4f70c4ec1">
            <a:extLst>
              <a:ext uri="{96DAC541-7B7A-43D3-8B79-37D633B846F1}">
                <asvg:svgBlip xmlns:asvg="http://schemas.microsoft.com/office/drawing/2016/SVG/main" r:embed="Rd6b1ed1584fc46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7545050" y="48768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9" name="vlm-frame">
            <a:extLst xmlns:a="http://schemas.openxmlformats.org/drawingml/2006/main">
              <a:ext uri="{FF2B5EF4-FFF2-40B4-BE49-F238E27FC236}">
                <a16:creationId xmlns:a16="http://schemas.microsoft.com/office/drawing/2014/main" id="{A794DAE1-255C-4488-9A58-8CFD11A1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5629275"/>
            <a:ext cx="25336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C9158"/>
            </a:solidFill>
            <a:prstDash val="solid"/>
          </a:ln>
        </p:spPr>
      </p:sp>
      <p:sp>
        <p:nvSpPr>
          <p:cNvPr id="250" name="vlm-fill">
            <a:extLst xmlns:a="http://schemas.openxmlformats.org/drawingml/2006/main">
              <a:ext uri="{FF2B5EF4-FFF2-40B4-BE49-F238E27FC236}">
                <a16:creationId xmlns:a16="http://schemas.microsoft.com/office/drawing/2014/main" id="{E518D2A0-1B7D-41AD-B08C-585F970C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5715000"/>
            <a:ext cx="2362200" cy="12382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vlm-label">
            <a:extLst xmlns:a="http://schemas.openxmlformats.org/drawingml/2006/main">
              <a:ext uri="{FF2B5EF4-FFF2-40B4-BE49-F238E27FC236}">
                <a16:creationId xmlns:a16="http://schemas.microsoft.com/office/drawing/2014/main" id="{9A5652DF-6775-48D7-9DE0-C56054B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962650"/>
            <a:ext cx="2133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3B4A55"/>
                </a:solidFill>
                <a:latin typeface="Century Gothic"/>
                <a:ea typeface="Century Gothic"/>
                <a:cs typeface="Century Gothic"/>
              </a:defRPr>
            </a:pPr>
            <a:r>
              <a:rPr sz="3825" b="1">
                <a:solidFill>
                  <a:srgbClr val="3B4A55"/>
                </a:solidFill>
                <a:latin typeface="Century Gothic"/>
                <a:ea typeface="Century Gothic"/>
                <a:cs typeface="Century Gothic"/>
              </a:rPr>
              <a:t>VLM</a:t>
            </a:r>
          </a:p>
        </p:txBody>
      </p:sp>
      <p:sp>
        <p:nvSpPr>
          <p:cNvPr id="252" name="dit-frame">
            <a:extLst xmlns:a="http://schemas.openxmlformats.org/drawingml/2006/main">
              <a:ext uri="{FF2B5EF4-FFF2-40B4-BE49-F238E27FC236}">
                <a16:creationId xmlns:a16="http://schemas.microsoft.com/office/drawing/2014/main" id="{25302615-2CA9-410B-BBA5-808CDD08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7775" y="5629275"/>
            <a:ext cx="162877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E8750B"/>
            </a:solidFill>
            <a:prstDash val="solid"/>
          </a:ln>
        </p:spPr>
      </p:sp>
      <p:sp>
        <p:nvSpPr>
          <p:cNvPr id="253" name="dit-fill">
            <a:extLst xmlns:a="http://schemas.openxmlformats.org/drawingml/2006/main">
              <a:ext uri="{FF2B5EF4-FFF2-40B4-BE49-F238E27FC236}">
                <a16:creationId xmlns:a16="http://schemas.microsoft.com/office/drawing/2014/main" id="{183036A7-A6AD-4AE4-8EF2-414340C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5715000"/>
            <a:ext cx="1457325" cy="123825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it-label">
            <a:extLst xmlns:a="http://schemas.openxmlformats.org/drawingml/2006/main">
              <a:ext uri="{FF2B5EF4-FFF2-40B4-BE49-F238E27FC236}">
                <a16:creationId xmlns:a16="http://schemas.microsoft.com/office/drawing/2014/main" id="{A0892E1F-377C-4DE4-A586-2B3DBF17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5962650"/>
            <a:ext cx="12668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E875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825" b="1">
                <a:solidFill>
                  <a:srgbClr val="E8750B"/>
                </a:solidFill>
                <a:latin typeface="Century Gothic"/>
                <a:ea typeface="Century Gothic"/>
                <a:cs typeface="Century Gothic"/>
              </a:rPr>
              <a:t>DiT</a:t>
            </a:r>
          </a:p>
        </p:txBody>
      </p:sp>
    </p:spTree>
    <p:extLst>
      <p:ext uri="{BB962C8B-B14F-4D97-AF65-F5344CB8AC3E}">
        <p14:creationId xmlns:p14="http://schemas.microsoft.com/office/powerpoint/2010/main" val="43362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2026-07-12T05:43:20.2440000Z</dcterms:created>
  <dcterms:modified xsi:type="dcterms:W3CDTF">2026-07-12T05:43:20.2440000Z</dcterms:modified>
</coreProperties>
</file>